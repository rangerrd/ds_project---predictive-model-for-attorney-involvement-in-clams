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9144000"/>
  <p:embeddedFontLst>
    <p:embeddedFont>
      <p:font typeface="Sorts Mill Goudy"/>
      <p:regular r:id="rId25"/>
      <p: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hj5Vi3rmyCTIgHIMptr/a+rVSo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SortsMillGoudy-italic.fntdata"/><Relationship Id="rId25" Type="http://schemas.openxmlformats.org/officeDocument/2006/relationships/font" Target="fonts/SortsMillGoudy-regular.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1cf2f6a948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1cf2f6a94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1cf2f6a948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1cf2f6a94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5"/>
          <p:cNvSpPr txBox="1"/>
          <p:nvPr>
            <p:ph type="ctrTitle"/>
          </p:nvPr>
        </p:nvSpPr>
        <p:spPr>
          <a:xfrm>
            <a:off x="1370693" y="1769540"/>
            <a:ext cx="9440034" cy="1828801"/>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lnSpc>
                <a:spcPct val="90000"/>
              </a:lnSpc>
              <a:spcBef>
                <a:spcPts val="0"/>
              </a:spcBef>
              <a:spcAft>
                <a:spcPts val="0"/>
              </a:spcAft>
              <a:buClr>
                <a:schemeClr val="lt2"/>
              </a:buClr>
              <a:buSzPts val="5400"/>
              <a:buFont typeface="Sorts Mill Goudy"/>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5"/>
          <p:cNvSpPr txBox="1"/>
          <p:nvPr>
            <p:ph idx="1" type="subTitle"/>
          </p:nvPr>
        </p:nvSpPr>
        <p:spPr>
          <a:xfrm>
            <a:off x="1370693" y="3773489"/>
            <a:ext cx="9440034" cy="1049867"/>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lvl="0" algn="ctr">
              <a:lnSpc>
                <a:spcPct val="110000"/>
              </a:lnSpc>
              <a:spcBef>
                <a:spcPts val="460"/>
              </a:spcBef>
              <a:spcAft>
                <a:spcPts val="0"/>
              </a:spcAft>
              <a:buSzPts val="1610"/>
              <a:buNone/>
              <a:defRPr>
                <a:solidFill>
                  <a:schemeClr val="lt1"/>
                </a:solidFill>
              </a:defRPr>
            </a:lvl1pPr>
            <a:lvl2pPr lvl="1" algn="ctr">
              <a:spcBef>
                <a:spcPts val="600"/>
              </a:spcBef>
              <a:spcAft>
                <a:spcPts val="0"/>
              </a:spcAft>
              <a:buSzPts val="1470"/>
              <a:buNone/>
              <a:defRPr>
                <a:solidFill>
                  <a:schemeClr val="lt1"/>
                </a:solidFill>
              </a:defRPr>
            </a:lvl2pPr>
            <a:lvl3pPr lvl="2" algn="ctr">
              <a:spcBef>
                <a:spcPts val="600"/>
              </a:spcBef>
              <a:spcAft>
                <a:spcPts val="0"/>
              </a:spcAft>
              <a:buSzPts val="1260"/>
              <a:buNone/>
              <a:defRPr>
                <a:solidFill>
                  <a:schemeClr val="lt1"/>
                </a:solidFill>
              </a:defRPr>
            </a:lvl3pPr>
            <a:lvl4pPr lvl="3" algn="ctr">
              <a:spcBef>
                <a:spcPts val="600"/>
              </a:spcBef>
              <a:spcAft>
                <a:spcPts val="0"/>
              </a:spcAft>
              <a:buSzPts val="1120"/>
              <a:buNone/>
              <a:defRPr>
                <a:solidFill>
                  <a:schemeClr val="lt1"/>
                </a:solidFill>
              </a:defRPr>
            </a:lvl4pPr>
            <a:lvl5pPr lvl="4" algn="ctr">
              <a:spcBef>
                <a:spcPts val="600"/>
              </a:spcBef>
              <a:spcAft>
                <a:spcPts val="0"/>
              </a:spcAft>
              <a:buSzPts val="1120"/>
              <a:buNone/>
              <a:defRPr>
                <a:solidFill>
                  <a:schemeClr val="lt1"/>
                </a:solidFill>
              </a:defRPr>
            </a:lvl5pPr>
            <a:lvl6pPr lvl="5" algn="ctr">
              <a:spcBef>
                <a:spcPts val="600"/>
              </a:spcBef>
              <a:spcAft>
                <a:spcPts val="0"/>
              </a:spcAft>
              <a:buSzPts val="980"/>
              <a:buNone/>
              <a:defRPr>
                <a:solidFill>
                  <a:schemeClr val="lt1"/>
                </a:solidFill>
              </a:defRPr>
            </a:lvl6pPr>
            <a:lvl7pPr lvl="6" algn="ctr">
              <a:spcBef>
                <a:spcPts val="600"/>
              </a:spcBef>
              <a:spcAft>
                <a:spcPts val="0"/>
              </a:spcAft>
              <a:buSzPts val="980"/>
              <a:buNone/>
              <a:defRPr>
                <a:solidFill>
                  <a:schemeClr val="lt1"/>
                </a:solidFill>
              </a:defRPr>
            </a:lvl7pPr>
            <a:lvl8pPr lvl="7" algn="ctr">
              <a:spcBef>
                <a:spcPts val="600"/>
              </a:spcBef>
              <a:spcAft>
                <a:spcPts val="0"/>
              </a:spcAft>
              <a:buSzPts val="980"/>
              <a:buNone/>
              <a:defRPr>
                <a:solidFill>
                  <a:schemeClr val="lt1"/>
                </a:solidFill>
              </a:defRPr>
            </a:lvl8pPr>
            <a:lvl9pPr lvl="8" algn="ctr">
              <a:spcBef>
                <a:spcPts val="600"/>
              </a:spcBef>
              <a:spcAft>
                <a:spcPts val="600"/>
              </a:spcAft>
              <a:buSzPts val="980"/>
              <a:buNone/>
              <a:defRPr>
                <a:solidFill>
                  <a:schemeClr val="lt1"/>
                </a:solidFill>
              </a:defRPr>
            </a:lvl9pPr>
          </a:lstStyle>
          <a:p/>
        </p:txBody>
      </p:sp>
      <p:sp>
        <p:nvSpPr>
          <p:cNvPr id="14" name="Google Shape;14;p25"/>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5"/>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5"/>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7"/>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7"/>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20" name="Google Shape;20;p27"/>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7"/>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7"/>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 name="Shape 29"/>
        <p:cNvGrpSpPr/>
        <p:nvPr/>
      </p:nvGrpSpPr>
      <p:grpSpPr>
        <a:xfrm>
          <a:off x="0" y="0"/>
          <a:ext cx="0" cy="0"/>
          <a:chOff x="0" y="0"/>
          <a:chExt cx="0" cy="0"/>
        </a:xfrm>
      </p:grpSpPr>
      <p:sp>
        <p:nvSpPr>
          <p:cNvPr id="30" name="Google Shape;30;p26"/>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6"/>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32" name="Google Shape;32;p26"/>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6"/>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6"/>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5" name="Shape 35"/>
        <p:cNvGrpSpPr/>
        <p:nvPr/>
      </p:nvGrpSpPr>
      <p:grpSpPr>
        <a:xfrm>
          <a:off x="0" y="0"/>
          <a:ext cx="0" cy="0"/>
          <a:chOff x="0" y="0"/>
          <a:chExt cx="0" cy="0"/>
        </a:xfrm>
      </p:grpSpPr>
      <p:pic>
        <p:nvPicPr>
          <p:cNvPr descr="Slate-V2-HD-compPhotoInset.png" id="36" name="Google Shape;36;p28"/>
          <p:cNvPicPr preferRelativeResize="0"/>
          <p:nvPr/>
        </p:nvPicPr>
        <p:blipFill rotWithShape="1">
          <a:blip r:embed="rId2">
            <a:alphaModFix/>
          </a:blip>
          <a:srcRect b="0" l="0" r="0" t="0"/>
          <a:stretch/>
        </p:blipFill>
        <p:spPr>
          <a:xfrm>
            <a:off x="913795" y="1734506"/>
            <a:ext cx="5029200" cy="4099959"/>
          </a:xfrm>
          <a:prstGeom prst="rect">
            <a:avLst/>
          </a:prstGeom>
          <a:noFill/>
          <a:ln>
            <a:noFill/>
          </a:ln>
        </p:spPr>
      </p:pic>
      <p:pic>
        <p:nvPicPr>
          <p:cNvPr descr="Slate-V2-HD-compPhotoInset.png" id="37" name="Google Shape;37;p28"/>
          <p:cNvPicPr preferRelativeResize="0"/>
          <p:nvPr/>
        </p:nvPicPr>
        <p:blipFill rotWithShape="1">
          <a:blip r:embed="rId2">
            <a:alphaModFix/>
          </a:blip>
          <a:srcRect b="0" l="0" r="0" t="0"/>
          <a:stretch/>
        </p:blipFill>
        <p:spPr>
          <a:xfrm>
            <a:off x="6238357" y="1734506"/>
            <a:ext cx="5029200" cy="4099959"/>
          </a:xfrm>
          <a:prstGeom prst="rect">
            <a:avLst/>
          </a:prstGeom>
          <a:noFill/>
          <a:ln>
            <a:noFill/>
          </a:ln>
        </p:spPr>
      </p:pic>
      <p:sp>
        <p:nvSpPr>
          <p:cNvPr id="38" name="Google Shape;38;p28"/>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4600"/>
              <a:buFont typeface="Sorts Mill Goudy"/>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8"/>
          <p:cNvSpPr txBox="1"/>
          <p:nvPr>
            <p:ph idx="1" type="body"/>
          </p:nvPr>
        </p:nvSpPr>
        <p:spPr>
          <a:xfrm>
            <a:off x="1046013" y="1855153"/>
            <a:ext cx="4764764" cy="692494"/>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80"/>
              </a:spcBef>
              <a:spcAft>
                <a:spcPts val="0"/>
              </a:spcAft>
              <a:buSzPts val="1680"/>
              <a:buNone/>
              <a:defRPr b="0" sz="2400"/>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40" name="Google Shape;40;p28"/>
          <p:cNvSpPr txBox="1"/>
          <p:nvPr>
            <p:ph idx="2" type="body"/>
          </p:nvPr>
        </p:nvSpPr>
        <p:spPr>
          <a:xfrm>
            <a:off x="1046013" y="2702103"/>
            <a:ext cx="4764764" cy="304353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sz="1800"/>
            </a:lvl1pPr>
            <a:lvl2pPr indent="-299719" lvl="1" marL="914400" algn="l">
              <a:spcBef>
                <a:spcPts val="600"/>
              </a:spcBef>
              <a:spcAft>
                <a:spcPts val="0"/>
              </a:spcAft>
              <a:buSzPts val="1120"/>
              <a:buChar char="🞚"/>
              <a:defRPr sz="1600"/>
            </a:lvl2pPr>
            <a:lvl3pPr indent="-290830" lvl="2" marL="1371600" algn="l">
              <a:spcBef>
                <a:spcPts val="600"/>
              </a:spcBef>
              <a:spcAft>
                <a:spcPts val="0"/>
              </a:spcAft>
              <a:buSzPts val="980"/>
              <a:buChar char="◈"/>
              <a:defRPr sz="1400"/>
            </a:lvl3pPr>
            <a:lvl4pPr indent="-281939" lvl="3" marL="1828800" algn="l">
              <a:spcBef>
                <a:spcPts val="600"/>
              </a:spcBef>
              <a:spcAft>
                <a:spcPts val="0"/>
              </a:spcAft>
              <a:buSzPts val="840"/>
              <a:buChar char="🞚"/>
              <a:defRPr sz="1200"/>
            </a:lvl4pPr>
            <a:lvl5pPr indent="-281939" lvl="4" marL="2286000" algn="l">
              <a:spcBef>
                <a:spcPts val="600"/>
              </a:spcBef>
              <a:spcAft>
                <a:spcPts val="0"/>
              </a:spcAft>
              <a:buSzPts val="840"/>
              <a:buChar char="◈"/>
              <a:defRPr sz="1200"/>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41" name="Google Shape;41;p28"/>
          <p:cNvSpPr txBox="1"/>
          <p:nvPr>
            <p:ph idx="3" type="body"/>
          </p:nvPr>
        </p:nvSpPr>
        <p:spPr>
          <a:xfrm>
            <a:off x="6363166" y="1855152"/>
            <a:ext cx="4779582" cy="692495"/>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80"/>
              </a:spcBef>
              <a:spcAft>
                <a:spcPts val="0"/>
              </a:spcAft>
              <a:buSzPts val="1680"/>
              <a:buNone/>
              <a:defRPr b="0" sz="2400"/>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42" name="Google Shape;42;p28"/>
          <p:cNvSpPr txBox="1"/>
          <p:nvPr>
            <p:ph idx="4" type="body"/>
          </p:nvPr>
        </p:nvSpPr>
        <p:spPr>
          <a:xfrm>
            <a:off x="6363167" y="2702103"/>
            <a:ext cx="4779581" cy="304353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sz="1800"/>
            </a:lvl1pPr>
            <a:lvl2pPr indent="-299719" lvl="1" marL="914400" algn="l">
              <a:spcBef>
                <a:spcPts val="600"/>
              </a:spcBef>
              <a:spcAft>
                <a:spcPts val="0"/>
              </a:spcAft>
              <a:buSzPts val="1120"/>
              <a:buChar char="🞚"/>
              <a:defRPr sz="1600"/>
            </a:lvl2pPr>
            <a:lvl3pPr indent="-290830" lvl="2" marL="1371600" algn="l">
              <a:spcBef>
                <a:spcPts val="600"/>
              </a:spcBef>
              <a:spcAft>
                <a:spcPts val="0"/>
              </a:spcAft>
              <a:buSzPts val="980"/>
              <a:buChar char="◈"/>
              <a:defRPr sz="1400"/>
            </a:lvl3pPr>
            <a:lvl4pPr indent="-281939" lvl="3" marL="1828800" algn="l">
              <a:spcBef>
                <a:spcPts val="600"/>
              </a:spcBef>
              <a:spcAft>
                <a:spcPts val="0"/>
              </a:spcAft>
              <a:buSzPts val="840"/>
              <a:buChar char="🞚"/>
              <a:defRPr sz="1200"/>
            </a:lvl4pPr>
            <a:lvl5pPr indent="-281939" lvl="4" marL="2286000" algn="l">
              <a:spcBef>
                <a:spcPts val="600"/>
              </a:spcBef>
              <a:spcAft>
                <a:spcPts val="0"/>
              </a:spcAft>
              <a:buSzPts val="840"/>
              <a:buChar char="◈"/>
              <a:defRPr sz="1200"/>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43" name="Google Shape;43;p28"/>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8"/>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8"/>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6" name="Shape 46"/>
        <p:cNvGrpSpPr/>
        <p:nvPr/>
      </p:nvGrpSpPr>
      <p:grpSpPr>
        <a:xfrm>
          <a:off x="0" y="0"/>
          <a:ext cx="0" cy="0"/>
          <a:chOff x="0" y="0"/>
          <a:chExt cx="0" cy="0"/>
        </a:xfrm>
      </p:grpSpPr>
      <p:sp>
        <p:nvSpPr>
          <p:cNvPr id="47" name="Google Shape;47;p29"/>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9"/>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9"/>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9"/>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1" name="Shape 51"/>
        <p:cNvGrpSpPr/>
        <p:nvPr/>
      </p:nvGrpSpPr>
      <p:grpSpPr>
        <a:xfrm>
          <a:off x="0" y="0"/>
          <a:ext cx="0" cy="0"/>
          <a:chOff x="0" y="0"/>
          <a:chExt cx="0" cy="0"/>
        </a:xfrm>
      </p:grpSpPr>
      <p:sp>
        <p:nvSpPr>
          <p:cNvPr id="52" name="Google Shape;52;p24"/>
          <p:cNvSpPr txBox="1"/>
          <p:nvPr>
            <p:ph type="ctrTitle"/>
          </p:nvPr>
        </p:nvSpPr>
        <p:spPr>
          <a:xfrm>
            <a:off x="1370693" y="1769540"/>
            <a:ext cx="9440034" cy="1828801"/>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lnSpc>
                <a:spcPct val="90000"/>
              </a:lnSpc>
              <a:spcBef>
                <a:spcPts val="0"/>
              </a:spcBef>
              <a:spcAft>
                <a:spcPts val="0"/>
              </a:spcAft>
              <a:buClr>
                <a:schemeClr val="lt2"/>
              </a:buClr>
              <a:buSzPts val="5400"/>
              <a:buFont typeface="Sorts Mill Goudy"/>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4"/>
          <p:cNvSpPr txBox="1"/>
          <p:nvPr>
            <p:ph idx="1" type="subTitle"/>
          </p:nvPr>
        </p:nvSpPr>
        <p:spPr>
          <a:xfrm>
            <a:off x="1370693" y="3773489"/>
            <a:ext cx="9440034" cy="1049867"/>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lvl="0" algn="ctr">
              <a:lnSpc>
                <a:spcPct val="110000"/>
              </a:lnSpc>
              <a:spcBef>
                <a:spcPts val="460"/>
              </a:spcBef>
              <a:spcAft>
                <a:spcPts val="0"/>
              </a:spcAft>
              <a:buSzPts val="1610"/>
              <a:buNone/>
              <a:defRPr>
                <a:solidFill>
                  <a:schemeClr val="lt1"/>
                </a:solidFill>
              </a:defRPr>
            </a:lvl1pPr>
            <a:lvl2pPr lvl="1" algn="ctr">
              <a:spcBef>
                <a:spcPts val="600"/>
              </a:spcBef>
              <a:spcAft>
                <a:spcPts val="0"/>
              </a:spcAft>
              <a:buSzPts val="1470"/>
              <a:buNone/>
              <a:defRPr>
                <a:solidFill>
                  <a:schemeClr val="lt1"/>
                </a:solidFill>
              </a:defRPr>
            </a:lvl2pPr>
            <a:lvl3pPr lvl="2" algn="ctr">
              <a:spcBef>
                <a:spcPts val="600"/>
              </a:spcBef>
              <a:spcAft>
                <a:spcPts val="0"/>
              </a:spcAft>
              <a:buSzPts val="1260"/>
              <a:buNone/>
              <a:defRPr>
                <a:solidFill>
                  <a:schemeClr val="lt1"/>
                </a:solidFill>
              </a:defRPr>
            </a:lvl3pPr>
            <a:lvl4pPr lvl="3" algn="ctr">
              <a:spcBef>
                <a:spcPts val="600"/>
              </a:spcBef>
              <a:spcAft>
                <a:spcPts val="0"/>
              </a:spcAft>
              <a:buSzPts val="1120"/>
              <a:buNone/>
              <a:defRPr>
                <a:solidFill>
                  <a:schemeClr val="lt1"/>
                </a:solidFill>
              </a:defRPr>
            </a:lvl4pPr>
            <a:lvl5pPr lvl="4" algn="ctr">
              <a:spcBef>
                <a:spcPts val="600"/>
              </a:spcBef>
              <a:spcAft>
                <a:spcPts val="0"/>
              </a:spcAft>
              <a:buSzPts val="1120"/>
              <a:buNone/>
              <a:defRPr>
                <a:solidFill>
                  <a:schemeClr val="lt1"/>
                </a:solidFill>
              </a:defRPr>
            </a:lvl5pPr>
            <a:lvl6pPr lvl="5" algn="ctr">
              <a:spcBef>
                <a:spcPts val="600"/>
              </a:spcBef>
              <a:spcAft>
                <a:spcPts val="0"/>
              </a:spcAft>
              <a:buSzPts val="980"/>
              <a:buNone/>
              <a:defRPr>
                <a:solidFill>
                  <a:schemeClr val="lt1"/>
                </a:solidFill>
              </a:defRPr>
            </a:lvl6pPr>
            <a:lvl7pPr lvl="6" algn="ctr">
              <a:spcBef>
                <a:spcPts val="600"/>
              </a:spcBef>
              <a:spcAft>
                <a:spcPts val="0"/>
              </a:spcAft>
              <a:buSzPts val="980"/>
              <a:buNone/>
              <a:defRPr>
                <a:solidFill>
                  <a:schemeClr val="lt1"/>
                </a:solidFill>
              </a:defRPr>
            </a:lvl7pPr>
            <a:lvl8pPr lvl="7" algn="ctr">
              <a:spcBef>
                <a:spcPts val="600"/>
              </a:spcBef>
              <a:spcAft>
                <a:spcPts val="0"/>
              </a:spcAft>
              <a:buSzPts val="980"/>
              <a:buNone/>
              <a:defRPr>
                <a:solidFill>
                  <a:schemeClr val="lt1"/>
                </a:solidFill>
              </a:defRPr>
            </a:lvl8pPr>
            <a:lvl9pPr lvl="8" algn="ctr">
              <a:spcBef>
                <a:spcPts val="600"/>
              </a:spcBef>
              <a:spcAft>
                <a:spcPts val="600"/>
              </a:spcAft>
              <a:buSzPts val="980"/>
              <a:buNone/>
              <a:defRPr>
                <a:solidFill>
                  <a:schemeClr val="lt1"/>
                </a:solidFill>
              </a:defRPr>
            </a:lvl9pPr>
          </a:lstStyle>
          <a:p/>
        </p:txBody>
      </p:sp>
      <p:sp>
        <p:nvSpPr>
          <p:cNvPr id="54" name="Google Shape;54;p24"/>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4"/>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4"/>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30"/>
          <p:cNvSpPr txBox="1"/>
          <p:nvPr>
            <p:ph type="title"/>
          </p:nvPr>
        </p:nvSpPr>
        <p:spPr>
          <a:xfrm>
            <a:off x="1295401" y="1761067"/>
            <a:ext cx="9590550" cy="1828813"/>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lnSpc>
                <a:spcPct val="90000"/>
              </a:lnSpc>
              <a:spcBef>
                <a:spcPts val="0"/>
              </a:spcBef>
              <a:spcAft>
                <a:spcPts val="0"/>
              </a:spcAft>
              <a:buClr>
                <a:schemeClr val="lt2"/>
              </a:buClr>
              <a:buSzPts val="4000"/>
              <a:buFont typeface="Sorts Mill Goudy"/>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0"/>
          <p:cNvSpPr txBox="1"/>
          <p:nvPr>
            <p:ph idx="1" type="body"/>
          </p:nvPr>
        </p:nvSpPr>
        <p:spPr>
          <a:xfrm>
            <a:off x="1295401" y="3763439"/>
            <a:ext cx="9590550" cy="1333494"/>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400"/>
              </a:spcBef>
              <a:spcAft>
                <a:spcPts val="0"/>
              </a:spcAft>
              <a:buSzPts val="1400"/>
              <a:buNone/>
              <a:defRPr sz="2000">
                <a:solidFill>
                  <a:schemeClr val="lt1"/>
                </a:solidFill>
              </a:defRPr>
            </a:lvl1pPr>
            <a:lvl2pPr indent="-228600" lvl="1" marL="914400" algn="l">
              <a:spcBef>
                <a:spcPts val="600"/>
              </a:spcBef>
              <a:spcAft>
                <a:spcPts val="0"/>
              </a:spcAft>
              <a:buSzPts val="1260"/>
              <a:buNone/>
              <a:defRPr sz="1800">
                <a:solidFill>
                  <a:schemeClr val="lt1"/>
                </a:solidFill>
              </a:defRPr>
            </a:lvl2pPr>
            <a:lvl3pPr indent="-228600" lvl="2" marL="1371600" algn="l">
              <a:spcBef>
                <a:spcPts val="600"/>
              </a:spcBef>
              <a:spcAft>
                <a:spcPts val="0"/>
              </a:spcAft>
              <a:buSzPts val="1120"/>
              <a:buNone/>
              <a:defRPr sz="1600">
                <a:solidFill>
                  <a:schemeClr val="lt1"/>
                </a:solidFill>
              </a:defRPr>
            </a:lvl3pPr>
            <a:lvl4pPr indent="-228600" lvl="3" marL="1828800" algn="l">
              <a:spcBef>
                <a:spcPts val="600"/>
              </a:spcBef>
              <a:spcAft>
                <a:spcPts val="0"/>
              </a:spcAft>
              <a:buSzPts val="980"/>
              <a:buNone/>
              <a:defRPr sz="1400">
                <a:solidFill>
                  <a:schemeClr val="lt1"/>
                </a:solidFill>
              </a:defRPr>
            </a:lvl4pPr>
            <a:lvl5pPr indent="-228600" lvl="4" marL="2286000" algn="l">
              <a:spcBef>
                <a:spcPts val="600"/>
              </a:spcBef>
              <a:spcAft>
                <a:spcPts val="0"/>
              </a:spcAft>
              <a:buSzPts val="980"/>
              <a:buNone/>
              <a:defRPr sz="1400">
                <a:solidFill>
                  <a:schemeClr val="lt1"/>
                </a:solidFill>
              </a:defRPr>
            </a:lvl5pPr>
            <a:lvl6pPr indent="-228600" lvl="5" marL="2743200" algn="l">
              <a:spcBef>
                <a:spcPts val="600"/>
              </a:spcBef>
              <a:spcAft>
                <a:spcPts val="0"/>
              </a:spcAft>
              <a:buSzPts val="980"/>
              <a:buNone/>
              <a:defRPr sz="1400">
                <a:solidFill>
                  <a:schemeClr val="lt1"/>
                </a:solidFill>
              </a:defRPr>
            </a:lvl6pPr>
            <a:lvl7pPr indent="-228600" lvl="6" marL="3200400" algn="l">
              <a:spcBef>
                <a:spcPts val="600"/>
              </a:spcBef>
              <a:spcAft>
                <a:spcPts val="0"/>
              </a:spcAft>
              <a:buSzPts val="980"/>
              <a:buNone/>
              <a:defRPr sz="1400">
                <a:solidFill>
                  <a:schemeClr val="lt1"/>
                </a:solidFill>
              </a:defRPr>
            </a:lvl7pPr>
            <a:lvl8pPr indent="-228600" lvl="7" marL="3657600" algn="l">
              <a:spcBef>
                <a:spcPts val="600"/>
              </a:spcBef>
              <a:spcAft>
                <a:spcPts val="0"/>
              </a:spcAft>
              <a:buSzPts val="980"/>
              <a:buNone/>
              <a:defRPr sz="1400">
                <a:solidFill>
                  <a:schemeClr val="lt1"/>
                </a:solidFill>
              </a:defRPr>
            </a:lvl8pPr>
            <a:lvl9pPr indent="-228600" lvl="8" marL="4114800" algn="l">
              <a:spcBef>
                <a:spcPts val="600"/>
              </a:spcBef>
              <a:spcAft>
                <a:spcPts val="600"/>
              </a:spcAft>
              <a:buSzPts val="980"/>
              <a:buNone/>
              <a:defRPr sz="1400">
                <a:solidFill>
                  <a:schemeClr val="lt1"/>
                </a:solidFill>
              </a:defRPr>
            </a:lvl9pPr>
          </a:lstStyle>
          <a:p/>
        </p:txBody>
      </p:sp>
      <p:sp>
        <p:nvSpPr>
          <p:cNvPr id="60" name="Google Shape;60;p30"/>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30"/>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30"/>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3" name="Shape 63"/>
        <p:cNvGrpSpPr/>
        <p:nvPr/>
      </p:nvGrpSpPr>
      <p:grpSpPr>
        <a:xfrm>
          <a:off x="0" y="0"/>
          <a:ext cx="0" cy="0"/>
          <a:chOff x="0" y="0"/>
          <a:chExt cx="0" cy="0"/>
        </a:xfrm>
      </p:grpSpPr>
      <p:sp>
        <p:nvSpPr>
          <p:cNvPr id="64" name="Google Shape;64;p31"/>
          <p:cNvSpPr txBox="1"/>
          <p:nvPr>
            <p:ph type="title"/>
          </p:nvPr>
        </p:nvSpPr>
        <p:spPr>
          <a:xfrm>
            <a:off x="913795" y="609600"/>
            <a:ext cx="10353762" cy="1261872"/>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31"/>
          <p:cNvSpPr txBox="1"/>
          <p:nvPr>
            <p:ph idx="1" type="body"/>
          </p:nvPr>
        </p:nvSpPr>
        <p:spPr>
          <a:xfrm>
            <a:off x="913795" y="2076450"/>
            <a:ext cx="4856841" cy="362267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66" name="Google Shape;66;p31"/>
          <p:cNvSpPr txBox="1"/>
          <p:nvPr>
            <p:ph idx="2" type="body"/>
          </p:nvPr>
        </p:nvSpPr>
        <p:spPr>
          <a:xfrm>
            <a:off x="6410716" y="2076451"/>
            <a:ext cx="4856841" cy="3622672"/>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67" name="Google Shape;67;p31"/>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31"/>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31"/>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0" name="Shape 70"/>
        <p:cNvGrpSpPr/>
        <p:nvPr/>
      </p:nvGrpSpPr>
      <p:grpSpPr>
        <a:xfrm>
          <a:off x="0" y="0"/>
          <a:ext cx="0" cy="0"/>
          <a:chOff x="0" y="0"/>
          <a:chExt cx="0" cy="0"/>
        </a:xfrm>
      </p:grpSpPr>
      <p:sp>
        <p:nvSpPr>
          <p:cNvPr id="71" name="Google Shape;71;p32"/>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2"/>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2"/>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4" name="Shape 74"/>
        <p:cNvGrpSpPr/>
        <p:nvPr/>
      </p:nvGrpSpPr>
      <p:grpSpPr>
        <a:xfrm>
          <a:off x="0" y="0"/>
          <a:ext cx="0" cy="0"/>
          <a:chOff x="0" y="0"/>
          <a:chExt cx="0" cy="0"/>
        </a:xfrm>
      </p:grpSpPr>
      <p:sp>
        <p:nvSpPr>
          <p:cNvPr id="75" name="Google Shape;75;p33"/>
          <p:cNvSpPr txBox="1"/>
          <p:nvPr>
            <p:ph type="title"/>
          </p:nvPr>
        </p:nvSpPr>
        <p:spPr>
          <a:xfrm>
            <a:off x="913795" y="609600"/>
            <a:ext cx="3706889" cy="1821918"/>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lnSpc>
                <a:spcPct val="90000"/>
              </a:lnSpc>
              <a:spcBef>
                <a:spcPts val="0"/>
              </a:spcBef>
              <a:spcAft>
                <a:spcPts val="0"/>
              </a:spcAft>
              <a:buClr>
                <a:schemeClr val="lt2"/>
              </a:buClr>
              <a:buSzPts val="2800"/>
              <a:buFont typeface="Sorts Mill Goudy"/>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3"/>
          <p:cNvSpPr txBox="1"/>
          <p:nvPr>
            <p:ph idx="1" type="body"/>
          </p:nvPr>
        </p:nvSpPr>
        <p:spPr>
          <a:xfrm>
            <a:off x="4855633" y="609600"/>
            <a:ext cx="6411924" cy="508000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77" name="Google Shape;77;p33"/>
          <p:cNvSpPr txBox="1"/>
          <p:nvPr>
            <p:ph idx="2" type="body"/>
          </p:nvPr>
        </p:nvSpPr>
        <p:spPr>
          <a:xfrm>
            <a:off x="913795" y="2673351"/>
            <a:ext cx="3706889" cy="301625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320"/>
              </a:spcBef>
              <a:spcAft>
                <a:spcPts val="0"/>
              </a:spcAft>
              <a:buSzPts val="1120"/>
              <a:buNone/>
              <a:defRPr sz="16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78" name="Google Shape;78;p33"/>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3"/>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3"/>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1" name="Shape 81"/>
        <p:cNvGrpSpPr/>
        <p:nvPr/>
      </p:nvGrpSpPr>
      <p:grpSpPr>
        <a:xfrm>
          <a:off x="0" y="0"/>
          <a:ext cx="0" cy="0"/>
          <a:chOff x="0" y="0"/>
          <a:chExt cx="0" cy="0"/>
        </a:xfrm>
      </p:grpSpPr>
      <p:pic>
        <p:nvPicPr>
          <p:cNvPr descr="Slate-V2-HD-vertPhotoInset.png" id="82" name="Google Shape;82;p34"/>
          <p:cNvPicPr preferRelativeResize="0"/>
          <p:nvPr/>
        </p:nvPicPr>
        <p:blipFill rotWithShape="1">
          <a:blip r:embed="rId2">
            <a:alphaModFix/>
          </a:blip>
          <a:srcRect b="0" l="0" r="0" t="0"/>
          <a:stretch/>
        </p:blipFill>
        <p:spPr>
          <a:xfrm>
            <a:off x="7293665" y="609600"/>
            <a:ext cx="3584166" cy="5204832"/>
          </a:xfrm>
          <a:prstGeom prst="rect">
            <a:avLst/>
          </a:prstGeom>
          <a:noFill/>
          <a:ln>
            <a:noFill/>
          </a:ln>
        </p:spPr>
      </p:pic>
      <p:sp>
        <p:nvSpPr>
          <p:cNvPr id="83" name="Google Shape;83;p34"/>
          <p:cNvSpPr txBox="1"/>
          <p:nvPr>
            <p:ph type="title"/>
          </p:nvPr>
        </p:nvSpPr>
        <p:spPr>
          <a:xfrm>
            <a:off x="913795" y="763701"/>
            <a:ext cx="5707899" cy="1675559"/>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lvl="0" algn="ctr">
              <a:lnSpc>
                <a:spcPct val="90000"/>
              </a:lnSpc>
              <a:spcBef>
                <a:spcPts val="0"/>
              </a:spcBef>
              <a:spcAft>
                <a:spcPts val="0"/>
              </a:spcAft>
              <a:buClr>
                <a:schemeClr val="lt2"/>
              </a:buClr>
              <a:buSzPts val="3200"/>
              <a:buFont typeface="Sorts Mill Goudy"/>
              <a:buNone/>
              <a:defRPr b="0"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34"/>
          <p:cNvSpPr/>
          <p:nvPr>
            <p:ph idx="2" type="pic"/>
          </p:nvPr>
        </p:nvSpPr>
        <p:spPr>
          <a:xfrm>
            <a:off x="7442551" y="763702"/>
            <a:ext cx="3275751" cy="4912822"/>
          </a:xfrm>
          <a:prstGeom prst="rect">
            <a:avLst/>
          </a:prstGeom>
          <a:noFill/>
          <a:ln>
            <a:noFill/>
          </a:ln>
          <a:effectLst>
            <a:outerShdw blurRad="38100" dir="4440000" dist="25400">
              <a:srgbClr val="000000">
                <a:alpha val="35686"/>
              </a:srgbClr>
            </a:outerShdw>
          </a:effectLst>
        </p:spPr>
      </p:sp>
      <p:sp>
        <p:nvSpPr>
          <p:cNvPr id="85" name="Google Shape;85;p34"/>
          <p:cNvSpPr txBox="1"/>
          <p:nvPr>
            <p:ph idx="1" type="body"/>
          </p:nvPr>
        </p:nvSpPr>
        <p:spPr>
          <a:xfrm>
            <a:off x="1473698" y="2679699"/>
            <a:ext cx="4588094" cy="3135695"/>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320"/>
              </a:spcBef>
              <a:spcAft>
                <a:spcPts val="0"/>
              </a:spcAft>
              <a:buSzPts val="1120"/>
              <a:buNone/>
              <a:defRPr sz="16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86" name="Google Shape;86;p34"/>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4"/>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34"/>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89" name="Shape 89"/>
        <p:cNvGrpSpPr/>
        <p:nvPr/>
      </p:nvGrpSpPr>
      <p:grpSpPr>
        <a:xfrm>
          <a:off x="0" y="0"/>
          <a:ext cx="0" cy="0"/>
          <a:chOff x="0" y="0"/>
          <a:chExt cx="0" cy="0"/>
        </a:xfrm>
      </p:grpSpPr>
      <p:pic>
        <p:nvPicPr>
          <p:cNvPr descr="Slate-V2-HD-panoPhotoInset.png" id="90" name="Google Shape;90;p35"/>
          <p:cNvPicPr preferRelativeResize="0"/>
          <p:nvPr/>
        </p:nvPicPr>
        <p:blipFill rotWithShape="1">
          <a:blip r:embed="rId2">
            <a:alphaModFix/>
          </a:blip>
          <a:srcRect b="0" l="0" r="0" t="0"/>
          <a:stretch/>
        </p:blipFill>
        <p:spPr>
          <a:xfrm>
            <a:off x="1013883" y="547807"/>
            <a:ext cx="10141799" cy="3816806"/>
          </a:xfrm>
          <a:prstGeom prst="rect">
            <a:avLst/>
          </a:prstGeom>
          <a:noFill/>
          <a:ln>
            <a:noFill/>
          </a:ln>
        </p:spPr>
      </p:pic>
      <p:sp>
        <p:nvSpPr>
          <p:cNvPr id="91" name="Google Shape;91;p35"/>
          <p:cNvSpPr txBox="1"/>
          <p:nvPr>
            <p:ph type="title"/>
          </p:nvPr>
        </p:nvSpPr>
        <p:spPr>
          <a:xfrm>
            <a:off x="913806" y="4565255"/>
            <a:ext cx="10355326" cy="54347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lnSpc>
                <a:spcPct val="90000"/>
              </a:lnSpc>
              <a:spcBef>
                <a:spcPts val="0"/>
              </a:spcBef>
              <a:spcAft>
                <a:spcPts val="0"/>
              </a:spcAft>
              <a:buClr>
                <a:schemeClr val="lt2"/>
              </a:buClr>
              <a:buSzPts val="2800"/>
              <a:buFont typeface="Sorts Mill Goudy"/>
              <a:buNone/>
              <a:defRPr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35"/>
          <p:cNvSpPr/>
          <p:nvPr>
            <p:ph idx="2" type="pic"/>
          </p:nvPr>
        </p:nvSpPr>
        <p:spPr>
          <a:xfrm>
            <a:off x="1169349" y="695009"/>
            <a:ext cx="9845346" cy="3525671"/>
          </a:xfrm>
          <a:prstGeom prst="rect">
            <a:avLst/>
          </a:prstGeom>
          <a:noFill/>
          <a:ln>
            <a:noFill/>
          </a:ln>
          <a:effectLst>
            <a:outerShdw blurRad="38100" dir="4440000" dist="25400">
              <a:srgbClr val="000000">
                <a:alpha val="35686"/>
              </a:srgbClr>
            </a:outerShdw>
          </a:effectLst>
        </p:spPr>
      </p:sp>
      <p:sp>
        <p:nvSpPr>
          <p:cNvPr id="93" name="Google Shape;93;p35"/>
          <p:cNvSpPr txBox="1"/>
          <p:nvPr>
            <p:ph idx="1" type="body"/>
          </p:nvPr>
        </p:nvSpPr>
        <p:spPr>
          <a:xfrm>
            <a:off x="913795" y="5247728"/>
            <a:ext cx="10353762" cy="543472"/>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94" name="Google Shape;94;p35"/>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5"/>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35"/>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7" name="Shape 97"/>
        <p:cNvGrpSpPr/>
        <p:nvPr/>
      </p:nvGrpSpPr>
      <p:grpSpPr>
        <a:xfrm>
          <a:off x="0" y="0"/>
          <a:ext cx="0" cy="0"/>
          <a:chOff x="0" y="0"/>
          <a:chExt cx="0" cy="0"/>
        </a:xfrm>
      </p:grpSpPr>
      <p:sp>
        <p:nvSpPr>
          <p:cNvPr id="98" name="Google Shape;98;p36"/>
          <p:cNvSpPr txBox="1"/>
          <p:nvPr>
            <p:ph type="title"/>
          </p:nvPr>
        </p:nvSpPr>
        <p:spPr>
          <a:xfrm>
            <a:off x="913795" y="608437"/>
            <a:ext cx="10353762" cy="3534344"/>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4000"/>
              <a:buFont typeface="Sorts Mill Goudy"/>
              <a:buNone/>
              <a:defRPr sz="4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36"/>
          <p:cNvSpPr txBox="1"/>
          <p:nvPr>
            <p:ph idx="1" type="body"/>
          </p:nvPr>
        </p:nvSpPr>
        <p:spPr>
          <a:xfrm>
            <a:off x="913794" y="4295180"/>
            <a:ext cx="10353763" cy="1501826"/>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indent="-228600" lvl="0" marL="457200" algn="ctr">
              <a:lnSpc>
                <a:spcPct val="110000"/>
              </a:lnSpc>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100" name="Google Shape;100;p36"/>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36"/>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36"/>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3" name="Shape 103"/>
        <p:cNvGrpSpPr/>
        <p:nvPr/>
      </p:nvGrpSpPr>
      <p:grpSpPr>
        <a:xfrm>
          <a:off x="0" y="0"/>
          <a:ext cx="0" cy="0"/>
          <a:chOff x="0" y="0"/>
          <a:chExt cx="0" cy="0"/>
        </a:xfrm>
      </p:grpSpPr>
      <p:sp>
        <p:nvSpPr>
          <p:cNvPr id="104" name="Google Shape;104;p37"/>
          <p:cNvSpPr txBox="1"/>
          <p:nvPr>
            <p:ph type="title"/>
          </p:nvPr>
        </p:nvSpPr>
        <p:spPr>
          <a:xfrm>
            <a:off x="1446212" y="609600"/>
            <a:ext cx="9302752" cy="2992904"/>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3600"/>
              <a:buFont typeface="Sorts Mill Goudy"/>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37"/>
          <p:cNvSpPr txBox="1"/>
          <p:nvPr>
            <p:ph idx="1" type="body"/>
          </p:nvPr>
        </p:nvSpPr>
        <p:spPr>
          <a:xfrm>
            <a:off x="1720644" y="3610032"/>
            <a:ext cx="8752299" cy="532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r">
              <a:lnSpc>
                <a:spcPct val="110000"/>
              </a:lnSpc>
              <a:spcBef>
                <a:spcPts val="280"/>
              </a:spcBef>
              <a:spcAft>
                <a:spcPts val="0"/>
              </a:spcAft>
              <a:buSzPts val="980"/>
              <a:buNone/>
              <a:defRPr sz="14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106" name="Google Shape;106;p37"/>
          <p:cNvSpPr txBox="1"/>
          <p:nvPr>
            <p:ph idx="2" type="body"/>
          </p:nvPr>
        </p:nvSpPr>
        <p:spPr>
          <a:xfrm>
            <a:off x="913794" y="4304353"/>
            <a:ext cx="10353763" cy="1489496"/>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indent="-228600" lvl="0" marL="457200" algn="ctr">
              <a:lnSpc>
                <a:spcPct val="110000"/>
              </a:lnSpc>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107" name="Google Shape;107;p37"/>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37"/>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37"/>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0" name="Google Shape;110;p37"/>
          <p:cNvSpPr txBox="1"/>
          <p:nvPr/>
        </p:nvSpPr>
        <p:spPr>
          <a:xfrm>
            <a:off x="990600" y="88479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1"/>
              </a:buClr>
              <a:buSzPts val="8000"/>
              <a:buFont typeface="Sorts Mill Goudy"/>
              <a:buNone/>
            </a:pPr>
            <a:r>
              <a:rPr b="0" i="0" lang="en-US" sz="8000" u="none" cap="none" strike="noStrike">
                <a:solidFill>
                  <a:schemeClr val="lt1"/>
                </a:solidFill>
                <a:latin typeface="Sorts Mill Goudy"/>
                <a:ea typeface="Sorts Mill Goudy"/>
                <a:cs typeface="Sorts Mill Goudy"/>
                <a:sym typeface="Sorts Mill Goudy"/>
              </a:rPr>
              <a:t>“</a:t>
            </a:r>
            <a:endParaRPr/>
          </a:p>
        </p:txBody>
      </p:sp>
      <p:sp>
        <p:nvSpPr>
          <p:cNvPr id="111" name="Google Shape;111;p37"/>
          <p:cNvSpPr txBox="1"/>
          <p:nvPr/>
        </p:nvSpPr>
        <p:spPr>
          <a:xfrm>
            <a:off x="10504716" y="2928258"/>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lt1"/>
              </a:buClr>
              <a:buSzPts val="8000"/>
              <a:buFont typeface="Sorts Mill Goudy"/>
              <a:buNone/>
            </a:pPr>
            <a:r>
              <a:rPr b="0" i="0" lang="en-US" sz="8000" u="none" cap="none" strike="noStrike">
                <a:solidFill>
                  <a:schemeClr val="lt1"/>
                </a:solidFill>
                <a:latin typeface="Sorts Mill Goudy"/>
                <a:ea typeface="Sorts Mill Goudy"/>
                <a:cs typeface="Sorts Mill Goudy"/>
                <a:sym typeface="Sorts Mill Goudy"/>
              </a:rPr>
              <a:t>”</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12" name="Shape 112"/>
        <p:cNvGrpSpPr/>
        <p:nvPr/>
      </p:nvGrpSpPr>
      <p:grpSpPr>
        <a:xfrm>
          <a:off x="0" y="0"/>
          <a:ext cx="0" cy="0"/>
          <a:chOff x="0" y="0"/>
          <a:chExt cx="0" cy="0"/>
        </a:xfrm>
      </p:grpSpPr>
      <p:sp>
        <p:nvSpPr>
          <p:cNvPr id="113" name="Google Shape;113;p38"/>
          <p:cNvSpPr txBox="1"/>
          <p:nvPr>
            <p:ph type="title"/>
          </p:nvPr>
        </p:nvSpPr>
        <p:spPr>
          <a:xfrm>
            <a:off x="913794" y="2126942"/>
            <a:ext cx="10353763" cy="2511835"/>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lnSpc>
                <a:spcPct val="90000"/>
              </a:lnSpc>
              <a:spcBef>
                <a:spcPts val="0"/>
              </a:spcBef>
              <a:spcAft>
                <a:spcPts val="0"/>
              </a:spcAft>
              <a:buClr>
                <a:schemeClr val="lt2"/>
              </a:buClr>
              <a:buSzPts val="3200"/>
              <a:buFont typeface="Sorts Mill Goudy"/>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38"/>
          <p:cNvSpPr txBox="1"/>
          <p:nvPr>
            <p:ph idx="1" type="body"/>
          </p:nvPr>
        </p:nvSpPr>
        <p:spPr>
          <a:xfrm>
            <a:off x="913784" y="4650556"/>
            <a:ext cx="10352199" cy="1140644"/>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115" name="Google Shape;115;p38"/>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38"/>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38"/>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18" name="Shape 118"/>
        <p:cNvGrpSpPr/>
        <p:nvPr/>
      </p:nvGrpSpPr>
      <p:grpSpPr>
        <a:xfrm>
          <a:off x="0" y="0"/>
          <a:ext cx="0" cy="0"/>
          <a:chOff x="0" y="0"/>
          <a:chExt cx="0" cy="0"/>
        </a:xfrm>
      </p:grpSpPr>
      <p:sp>
        <p:nvSpPr>
          <p:cNvPr id="119" name="Google Shape;119;p39"/>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39"/>
          <p:cNvSpPr txBox="1"/>
          <p:nvPr>
            <p:ph idx="1" type="body"/>
          </p:nvPr>
        </p:nvSpPr>
        <p:spPr>
          <a:xfrm>
            <a:off x="913795" y="1885950"/>
            <a:ext cx="3300984" cy="76478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40"/>
              </a:spcBef>
              <a:spcAft>
                <a:spcPts val="0"/>
              </a:spcAft>
              <a:buSzPts val="1540"/>
              <a:buNone/>
              <a:defRPr b="0" sz="22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21" name="Google Shape;121;p39"/>
          <p:cNvSpPr txBox="1"/>
          <p:nvPr>
            <p:ph idx="2" type="body"/>
          </p:nvPr>
        </p:nvSpPr>
        <p:spPr>
          <a:xfrm>
            <a:off x="913795" y="2768112"/>
            <a:ext cx="3300984" cy="3023088"/>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22" name="Google Shape;122;p39"/>
          <p:cNvSpPr txBox="1"/>
          <p:nvPr>
            <p:ph idx="3" type="body"/>
          </p:nvPr>
        </p:nvSpPr>
        <p:spPr>
          <a:xfrm>
            <a:off x="4446711" y="1885949"/>
            <a:ext cx="3300984" cy="764783"/>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40"/>
              </a:spcBef>
              <a:spcAft>
                <a:spcPts val="0"/>
              </a:spcAft>
              <a:buSzPts val="1540"/>
              <a:buNone/>
              <a:defRPr b="0" sz="22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23" name="Google Shape;123;p39"/>
          <p:cNvSpPr txBox="1"/>
          <p:nvPr>
            <p:ph idx="4" type="body"/>
          </p:nvPr>
        </p:nvSpPr>
        <p:spPr>
          <a:xfrm>
            <a:off x="4441435" y="2768112"/>
            <a:ext cx="3300984" cy="3023088"/>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24" name="Google Shape;124;p39"/>
          <p:cNvSpPr txBox="1"/>
          <p:nvPr>
            <p:ph idx="5" type="body"/>
          </p:nvPr>
        </p:nvSpPr>
        <p:spPr>
          <a:xfrm>
            <a:off x="7966572" y="1885950"/>
            <a:ext cx="3300984" cy="76478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40"/>
              </a:spcBef>
              <a:spcAft>
                <a:spcPts val="0"/>
              </a:spcAft>
              <a:buSzPts val="1540"/>
              <a:buNone/>
              <a:defRPr b="0" sz="22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25" name="Google Shape;125;p39"/>
          <p:cNvSpPr txBox="1"/>
          <p:nvPr>
            <p:ph idx="6" type="body"/>
          </p:nvPr>
        </p:nvSpPr>
        <p:spPr>
          <a:xfrm>
            <a:off x="7966572" y="2768110"/>
            <a:ext cx="3300984" cy="302308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26" name="Google Shape;126;p39"/>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39"/>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39"/>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29" name="Shape 129"/>
        <p:cNvGrpSpPr/>
        <p:nvPr/>
      </p:nvGrpSpPr>
      <p:grpSpPr>
        <a:xfrm>
          <a:off x="0" y="0"/>
          <a:ext cx="0" cy="0"/>
          <a:chOff x="0" y="0"/>
          <a:chExt cx="0" cy="0"/>
        </a:xfrm>
      </p:grpSpPr>
      <p:pic>
        <p:nvPicPr>
          <p:cNvPr descr="Slate-V2-HD-3colPhotoInset.png" id="130" name="Google Shape;130;p40"/>
          <p:cNvPicPr preferRelativeResize="0"/>
          <p:nvPr/>
        </p:nvPicPr>
        <p:blipFill rotWithShape="1">
          <a:blip r:embed="rId2">
            <a:alphaModFix/>
          </a:blip>
          <a:srcRect b="0" l="0" r="0" t="0"/>
          <a:stretch/>
        </p:blipFill>
        <p:spPr>
          <a:xfrm>
            <a:off x="897962" y="1818214"/>
            <a:ext cx="3339972" cy="1847851"/>
          </a:xfrm>
          <a:prstGeom prst="rect">
            <a:avLst/>
          </a:prstGeom>
          <a:noFill/>
          <a:ln>
            <a:noFill/>
          </a:ln>
        </p:spPr>
      </p:pic>
      <p:pic>
        <p:nvPicPr>
          <p:cNvPr descr="Slate-V2-HD-3colPhotoInset.png" id="131" name="Google Shape;131;p40"/>
          <p:cNvPicPr preferRelativeResize="0"/>
          <p:nvPr/>
        </p:nvPicPr>
        <p:blipFill rotWithShape="1">
          <a:blip r:embed="rId2">
            <a:alphaModFix/>
          </a:blip>
          <a:srcRect b="0" l="0" r="0" t="0"/>
          <a:stretch/>
        </p:blipFill>
        <p:spPr>
          <a:xfrm>
            <a:off x="4403800" y="1818214"/>
            <a:ext cx="3339972" cy="1847851"/>
          </a:xfrm>
          <a:prstGeom prst="rect">
            <a:avLst/>
          </a:prstGeom>
          <a:noFill/>
          <a:ln>
            <a:noFill/>
          </a:ln>
        </p:spPr>
      </p:pic>
      <p:pic>
        <p:nvPicPr>
          <p:cNvPr descr="Slate-V2-HD-3colPhotoInset.png" id="132" name="Google Shape;132;p40"/>
          <p:cNvPicPr preferRelativeResize="0"/>
          <p:nvPr/>
        </p:nvPicPr>
        <p:blipFill rotWithShape="1">
          <a:blip r:embed="rId2">
            <a:alphaModFix/>
          </a:blip>
          <a:srcRect b="0" l="0" r="0" t="0"/>
          <a:stretch/>
        </p:blipFill>
        <p:spPr>
          <a:xfrm>
            <a:off x="7936051" y="1818214"/>
            <a:ext cx="3339972" cy="1847851"/>
          </a:xfrm>
          <a:prstGeom prst="rect">
            <a:avLst/>
          </a:prstGeom>
          <a:noFill/>
          <a:ln>
            <a:noFill/>
          </a:ln>
        </p:spPr>
      </p:pic>
      <p:sp>
        <p:nvSpPr>
          <p:cNvPr id="133" name="Google Shape;133;p40"/>
          <p:cNvSpPr txBox="1"/>
          <p:nvPr>
            <p:ph type="title"/>
          </p:nvPr>
        </p:nvSpPr>
        <p:spPr>
          <a:xfrm>
            <a:off x="913794" y="609600"/>
            <a:ext cx="10353763"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40"/>
          <p:cNvSpPr txBox="1"/>
          <p:nvPr>
            <p:ph idx="1" type="body"/>
          </p:nvPr>
        </p:nvSpPr>
        <p:spPr>
          <a:xfrm>
            <a:off x="913795" y="3904106"/>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00"/>
              </a:spcBef>
              <a:spcAft>
                <a:spcPts val="0"/>
              </a:spcAft>
              <a:buSzPts val="1400"/>
              <a:buNone/>
              <a:defRPr b="0" sz="20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35" name="Google Shape;135;p40"/>
          <p:cNvSpPr/>
          <p:nvPr>
            <p:ph idx="2" type="pic"/>
          </p:nvPr>
        </p:nvSpPr>
        <p:spPr>
          <a:xfrm>
            <a:off x="1018102" y="1938918"/>
            <a:ext cx="3092368" cy="1602954"/>
          </a:xfrm>
          <a:prstGeom prst="roundRect">
            <a:avLst>
              <a:gd fmla="val 1858" name="adj"/>
            </a:avLst>
          </a:prstGeom>
          <a:noFill/>
          <a:ln>
            <a:noFill/>
          </a:ln>
          <a:effectLst>
            <a:outerShdw blurRad="38100" dir="4440000" dist="25400">
              <a:srgbClr val="000000">
                <a:alpha val="35686"/>
              </a:srgbClr>
            </a:outerShdw>
          </a:effectLst>
        </p:spPr>
      </p:sp>
      <p:sp>
        <p:nvSpPr>
          <p:cNvPr id="136" name="Google Shape;136;p40"/>
          <p:cNvSpPr txBox="1"/>
          <p:nvPr>
            <p:ph idx="3" type="body"/>
          </p:nvPr>
        </p:nvSpPr>
        <p:spPr>
          <a:xfrm>
            <a:off x="913795" y="4572443"/>
            <a:ext cx="3300984" cy="1218758"/>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37" name="Google Shape;137;p40"/>
          <p:cNvSpPr txBox="1"/>
          <p:nvPr>
            <p:ph idx="4" type="body"/>
          </p:nvPr>
        </p:nvSpPr>
        <p:spPr>
          <a:xfrm>
            <a:off x="4442788" y="3904106"/>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00"/>
              </a:spcBef>
              <a:spcAft>
                <a:spcPts val="0"/>
              </a:spcAft>
              <a:buSzPts val="1400"/>
              <a:buNone/>
              <a:defRPr b="0" sz="20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38" name="Google Shape;138;p40"/>
          <p:cNvSpPr/>
          <p:nvPr>
            <p:ph idx="5" type="pic"/>
          </p:nvPr>
        </p:nvSpPr>
        <p:spPr>
          <a:xfrm>
            <a:off x="4545743" y="1939094"/>
            <a:ext cx="3092368" cy="1608164"/>
          </a:xfrm>
          <a:prstGeom prst="roundRect">
            <a:avLst>
              <a:gd fmla="val 1858" name="adj"/>
            </a:avLst>
          </a:prstGeom>
          <a:noFill/>
          <a:ln>
            <a:noFill/>
          </a:ln>
          <a:effectLst>
            <a:outerShdw blurRad="38100" dir="4440000" dist="25400">
              <a:srgbClr val="000000">
                <a:alpha val="35686"/>
              </a:srgbClr>
            </a:outerShdw>
          </a:effectLst>
        </p:spPr>
      </p:sp>
      <p:sp>
        <p:nvSpPr>
          <p:cNvPr id="139" name="Google Shape;139;p40"/>
          <p:cNvSpPr txBox="1"/>
          <p:nvPr>
            <p:ph idx="6" type="body"/>
          </p:nvPr>
        </p:nvSpPr>
        <p:spPr>
          <a:xfrm>
            <a:off x="4441435" y="4572442"/>
            <a:ext cx="3300984" cy="1218758"/>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40" name="Google Shape;140;p40"/>
          <p:cNvSpPr txBox="1"/>
          <p:nvPr>
            <p:ph idx="7" type="body"/>
          </p:nvPr>
        </p:nvSpPr>
        <p:spPr>
          <a:xfrm>
            <a:off x="7966697" y="3904106"/>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00"/>
              </a:spcBef>
              <a:spcAft>
                <a:spcPts val="0"/>
              </a:spcAft>
              <a:buSzPts val="1400"/>
              <a:buNone/>
              <a:defRPr b="0" sz="20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41" name="Google Shape;141;p40"/>
          <p:cNvSpPr/>
          <p:nvPr>
            <p:ph idx="8" type="pic"/>
          </p:nvPr>
        </p:nvSpPr>
        <p:spPr>
          <a:xfrm>
            <a:off x="8075698" y="1934432"/>
            <a:ext cx="3092368" cy="1607294"/>
          </a:xfrm>
          <a:prstGeom prst="roundRect">
            <a:avLst>
              <a:gd fmla="val 1858" name="adj"/>
            </a:avLst>
          </a:prstGeom>
          <a:noFill/>
          <a:ln>
            <a:noFill/>
          </a:ln>
          <a:effectLst>
            <a:outerShdw blurRad="38100" dir="4440000" dist="25400">
              <a:srgbClr val="000000">
                <a:alpha val="35686"/>
              </a:srgbClr>
            </a:outerShdw>
          </a:effectLst>
        </p:spPr>
      </p:sp>
      <p:sp>
        <p:nvSpPr>
          <p:cNvPr id="142" name="Google Shape;142;p40"/>
          <p:cNvSpPr txBox="1"/>
          <p:nvPr>
            <p:ph idx="9" type="body"/>
          </p:nvPr>
        </p:nvSpPr>
        <p:spPr>
          <a:xfrm>
            <a:off x="7966572" y="4572442"/>
            <a:ext cx="3300984" cy="1218758"/>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43" name="Google Shape;143;p40"/>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40"/>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40"/>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6" name="Shape 146"/>
        <p:cNvGrpSpPr/>
        <p:nvPr/>
      </p:nvGrpSpPr>
      <p:grpSpPr>
        <a:xfrm>
          <a:off x="0" y="0"/>
          <a:ext cx="0" cy="0"/>
          <a:chOff x="0" y="0"/>
          <a:chExt cx="0" cy="0"/>
        </a:xfrm>
      </p:grpSpPr>
      <p:sp>
        <p:nvSpPr>
          <p:cNvPr id="147" name="Google Shape;147;p41"/>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41"/>
          <p:cNvSpPr txBox="1"/>
          <p:nvPr>
            <p:ph idx="1" type="body"/>
          </p:nvPr>
        </p:nvSpPr>
        <p:spPr>
          <a:xfrm rot="5400000">
            <a:off x="4233302" y="-1243057"/>
            <a:ext cx="3714749" cy="10353762"/>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149" name="Google Shape;149;p41"/>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41"/>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41"/>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2" name="Shape 152"/>
        <p:cNvGrpSpPr/>
        <p:nvPr/>
      </p:nvGrpSpPr>
      <p:grpSpPr>
        <a:xfrm>
          <a:off x="0" y="0"/>
          <a:ext cx="0" cy="0"/>
          <a:chOff x="0" y="0"/>
          <a:chExt cx="0" cy="0"/>
        </a:xfrm>
      </p:grpSpPr>
      <p:sp>
        <p:nvSpPr>
          <p:cNvPr id="153" name="Google Shape;153;p42"/>
          <p:cNvSpPr txBox="1"/>
          <p:nvPr>
            <p:ph type="title"/>
          </p:nvPr>
        </p:nvSpPr>
        <p:spPr>
          <a:xfrm rot="5400000">
            <a:off x="7534511" y="2058156"/>
            <a:ext cx="5181601" cy="2284487"/>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l">
              <a:lnSpc>
                <a:spcPct val="90000"/>
              </a:lnSpc>
              <a:spcBef>
                <a:spcPts val="0"/>
              </a:spcBef>
              <a:spcAft>
                <a:spcPts val="0"/>
              </a:spcAft>
              <a:buClr>
                <a:schemeClr val="lt2"/>
              </a:buClr>
              <a:buSzPts val="4600"/>
              <a:buFont typeface="Sorts Mill Goudy"/>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42"/>
          <p:cNvSpPr txBox="1"/>
          <p:nvPr>
            <p:ph idx="1" type="body"/>
          </p:nvPr>
        </p:nvSpPr>
        <p:spPr>
          <a:xfrm rot="5400000">
            <a:off x="2281431" y="-758036"/>
            <a:ext cx="5181601" cy="7916872"/>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155" name="Google Shape;155;p42"/>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42"/>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42"/>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2.xml"/><Relationship Id="rId10" Type="http://schemas.openxmlformats.org/officeDocument/2006/relationships/slideLayout" Target="../slideLayouts/slideLayout11.xml"/><Relationship Id="rId13" Type="http://schemas.openxmlformats.org/officeDocument/2006/relationships/slideLayout" Target="../slideLayouts/slideLayout14.xml"/><Relationship Id="rId12" Type="http://schemas.openxmlformats.org/officeDocument/2006/relationships/slideLayout" Target="../slideLayouts/slideLayout13.xml"/><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9" Type="http://schemas.openxmlformats.org/officeDocument/2006/relationships/slideLayout" Target="../slideLayouts/slideLayout10.xml"/><Relationship Id="rId15" Type="http://schemas.openxmlformats.org/officeDocument/2006/relationships/slideLayout" Target="../slideLayouts/slideLayout16.xml"/><Relationship Id="rId14" Type="http://schemas.openxmlformats.org/officeDocument/2006/relationships/slideLayout" Target="../slideLayouts/slideLayout15.xml"/><Relationship Id="rId17" Type="http://schemas.openxmlformats.org/officeDocument/2006/relationships/slideLayout" Target="../slideLayouts/slideLayout18.xml"/><Relationship Id="rId16" Type="http://schemas.openxmlformats.org/officeDocument/2006/relationships/slideLayout" Target="../slideLayouts/slideLayout17.xml"/><Relationship Id="rId5" Type="http://schemas.openxmlformats.org/officeDocument/2006/relationships/slideLayout" Target="../slideLayouts/slideLayout6.xml"/><Relationship Id="rId19" Type="http://schemas.openxmlformats.org/officeDocument/2006/relationships/theme" Target="../theme/theme3.xml"/><Relationship Id="rId6" Type="http://schemas.openxmlformats.org/officeDocument/2006/relationships/slideLayout" Target="../slideLayouts/slideLayout7.xml"/><Relationship Id="rId18" Type="http://schemas.openxmlformats.org/officeDocument/2006/relationships/slideLayout" Target="../slideLayouts/slideLayout19.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marR="0" rtl="0" algn="ctr">
              <a:lnSpc>
                <a:spcPct val="90000"/>
              </a:lnSpc>
              <a:spcBef>
                <a:spcPts val="0"/>
              </a:spcBef>
              <a:spcAft>
                <a:spcPts val="0"/>
              </a:spcAft>
              <a:buClr>
                <a:schemeClr val="lt2"/>
              </a:buClr>
              <a:buSzPts val="4600"/>
              <a:buFont typeface="Sorts Mill Goudy"/>
              <a:buNone/>
              <a:defRPr b="0" i="0" sz="4600" u="none" cap="none" strike="noStrike">
                <a:solidFill>
                  <a:schemeClr val="lt2"/>
                </a:solidFill>
                <a:latin typeface="Sorts Mill Goudy"/>
                <a:ea typeface="Sorts Mill Goudy"/>
                <a:cs typeface="Sorts Mill Goudy"/>
                <a:sym typeface="Sorts Mill Goudy"/>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7" name="Google Shape;7;p23"/>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30835" lvl="0" marL="457200" marR="0" rtl="0" algn="l">
              <a:lnSpc>
                <a:spcPct val="110000"/>
              </a:lnSpc>
              <a:spcBef>
                <a:spcPts val="460"/>
              </a:spcBef>
              <a:spcAft>
                <a:spcPts val="0"/>
              </a:spcAft>
              <a:buClr>
                <a:schemeClr val="lt2"/>
              </a:buClr>
              <a:buSzPts val="1610"/>
              <a:buFont typeface="Noto Sans Symbols"/>
              <a:buChar char="◈"/>
              <a:defRPr b="0" i="0" sz="2300" u="none" cap="none" strike="noStrike">
                <a:solidFill>
                  <a:schemeClr val="lt2"/>
                </a:solidFill>
                <a:latin typeface="Sorts Mill Goudy"/>
                <a:ea typeface="Sorts Mill Goudy"/>
                <a:cs typeface="Sorts Mill Goudy"/>
                <a:sym typeface="Sorts Mill Goudy"/>
              </a:defRPr>
            </a:lvl1pPr>
            <a:lvl2pPr indent="-321944" lvl="1" marL="914400" marR="0" rtl="0" algn="l">
              <a:spcBef>
                <a:spcPts val="600"/>
              </a:spcBef>
              <a:spcAft>
                <a:spcPts val="0"/>
              </a:spcAft>
              <a:buClr>
                <a:schemeClr val="lt2"/>
              </a:buClr>
              <a:buSzPts val="1470"/>
              <a:buFont typeface="Noto Sans Symbols"/>
              <a:buChar char="🞚"/>
              <a:defRPr b="0" i="0" sz="2100" u="none" cap="none" strike="noStrike">
                <a:solidFill>
                  <a:schemeClr val="lt2"/>
                </a:solidFill>
                <a:latin typeface="Sorts Mill Goudy"/>
                <a:ea typeface="Sorts Mill Goudy"/>
                <a:cs typeface="Sorts Mill Goudy"/>
                <a:sym typeface="Sorts Mill Goudy"/>
              </a:defRPr>
            </a:lvl2pPr>
            <a:lvl3pPr indent="-308610" lvl="2" marL="1371600" marR="0" rtl="0" algn="l">
              <a:spcBef>
                <a:spcPts val="600"/>
              </a:spcBef>
              <a:spcAft>
                <a:spcPts val="0"/>
              </a:spcAft>
              <a:buClr>
                <a:schemeClr val="lt2"/>
              </a:buClr>
              <a:buSzPts val="1260"/>
              <a:buFont typeface="Noto Sans Symbols"/>
              <a:buChar char="◈"/>
              <a:defRPr b="0" i="0" sz="1800" u="none" cap="none" strike="noStrike">
                <a:solidFill>
                  <a:schemeClr val="lt2"/>
                </a:solidFill>
                <a:latin typeface="Sorts Mill Goudy"/>
                <a:ea typeface="Sorts Mill Goudy"/>
                <a:cs typeface="Sorts Mill Goudy"/>
                <a:sym typeface="Sorts Mill Goudy"/>
              </a:defRPr>
            </a:lvl3pPr>
            <a:lvl4pPr indent="-299719" lvl="3" marL="1828800" marR="0" rtl="0" algn="l">
              <a:spcBef>
                <a:spcPts val="600"/>
              </a:spcBef>
              <a:spcAft>
                <a:spcPts val="0"/>
              </a:spcAft>
              <a:buClr>
                <a:schemeClr val="lt2"/>
              </a:buClr>
              <a:buSzPts val="1120"/>
              <a:buFont typeface="Noto Sans Symbols"/>
              <a:buChar char="🞚"/>
              <a:defRPr b="0" i="0" sz="1600" u="none" cap="none" strike="noStrike">
                <a:solidFill>
                  <a:schemeClr val="lt2"/>
                </a:solidFill>
                <a:latin typeface="Sorts Mill Goudy"/>
                <a:ea typeface="Sorts Mill Goudy"/>
                <a:cs typeface="Sorts Mill Goudy"/>
                <a:sym typeface="Sorts Mill Goudy"/>
              </a:defRPr>
            </a:lvl4pPr>
            <a:lvl5pPr indent="-299720" lvl="4" marL="2286000" marR="0" rtl="0" algn="l">
              <a:spcBef>
                <a:spcPts val="600"/>
              </a:spcBef>
              <a:spcAft>
                <a:spcPts val="0"/>
              </a:spcAft>
              <a:buClr>
                <a:schemeClr val="lt2"/>
              </a:buClr>
              <a:buSzPts val="1120"/>
              <a:buFont typeface="Noto Sans Symbols"/>
              <a:buChar char="◈"/>
              <a:defRPr b="0" i="0" sz="1600" u="none" cap="none" strike="noStrike">
                <a:solidFill>
                  <a:schemeClr val="lt2"/>
                </a:solidFill>
                <a:latin typeface="Sorts Mill Goudy"/>
                <a:ea typeface="Sorts Mill Goudy"/>
                <a:cs typeface="Sorts Mill Goudy"/>
                <a:sym typeface="Sorts Mill Goudy"/>
              </a:defRPr>
            </a:lvl5pPr>
            <a:lvl6pPr indent="-290829" lvl="5" marL="27432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Sorts Mill Goudy"/>
                <a:ea typeface="Sorts Mill Goudy"/>
                <a:cs typeface="Sorts Mill Goudy"/>
                <a:sym typeface="Sorts Mill Goudy"/>
              </a:defRPr>
            </a:lvl6pPr>
            <a:lvl7pPr indent="-290829" lvl="6" marL="32004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Sorts Mill Goudy"/>
                <a:ea typeface="Sorts Mill Goudy"/>
                <a:cs typeface="Sorts Mill Goudy"/>
                <a:sym typeface="Sorts Mill Goudy"/>
              </a:defRPr>
            </a:lvl7pPr>
            <a:lvl8pPr indent="-290829" lvl="7" marL="36576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Sorts Mill Goudy"/>
                <a:ea typeface="Sorts Mill Goudy"/>
                <a:cs typeface="Sorts Mill Goudy"/>
                <a:sym typeface="Sorts Mill Goudy"/>
              </a:defRPr>
            </a:lvl8pPr>
            <a:lvl9pPr indent="-290829" lvl="8" marL="4114800" marR="0" rtl="0" algn="l">
              <a:spcBef>
                <a:spcPts val="600"/>
              </a:spcBef>
              <a:spcAft>
                <a:spcPts val="600"/>
              </a:spcAft>
              <a:buClr>
                <a:schemeClr val="lt2"/>
              </a:buClr>
              <a:buSzPts val="980"/>
              <a:buFont typeface="Noto Sans Symbols"/>
              <a:buChar char="◈"/>
              <a:defRPr b="0" i="0" sz="1400" u="none" cap="none" strike="noStrike">
                <a:solidFill>
                  <a:schemeClr val="lt2"/>
                </a:solidFill>
                <a:latin typeface="Sorts Mill Goudy"/>
                <a:ea typeface="Sorts Mill Goudy"/>
                <a:cs typeface="Sorts Mill Goudy"/>
                <a:sym typeface="Sorts Mill Goudy"/>
              </a:defRPr>
            </a:lvl9pPr>
          </a:lstStyle>
          <a:p/>
        </p:txBody>
      </p:sp>
      <p:sp>
        <p:nvSpPr>
          <p:cNvPr id="8" name="Google Shape;8;p23"/>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100" u="none" cap="none" strike="noStrike">
                <a:solidFill>
                  <a:srgbClr val="F2F2F2"/>
                </a:solidFill>
                <a:latin typeface="Sorts Mill Goudy"/>
                <a:ea typeface="Sorts Mill Goudy"/>
                <a:cs typeface="Sorts Mill Goudy"/>
                <a:sym typeface="Sorts Mill Goudy"/>
              </a:defRPr>
            </a:lvl1pPr>
            <a:lvl2pPr lvl="1"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2pPr>
            <a:lvl3pPr lvl="2"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3pPr>
            <a:lvl4pPr lvl="3"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4pPr>
            <a:lvl5pPr lvl="4"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5pPr>
            <a:lvl6pPr lvl="5"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6pPr>
            <a:lvl7pPr lvl="6"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7pPr>
            <a:lvl8pPr lvl="7"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8pPr>
            <a:lvl9pPr lvl="8"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9pPr>
          </a:lstStyle>
          <a:p/>
        </p:txBody>
      </p:sp>
      <p:sp>
        <p:nvSpPr>
          <p:cNvPr id="9" name="Google Shape;9;p23"/>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rgbClr val="F2F2F2"/>
                </a:solidFill>
                <a:latin typeface="Sorts Mill Goudy"/>
                <a:ea typeface="Sorts Mill Goudy"/>
                <a:cs typeface="Sorts Mill Goudy"/>
                <a:sym typeface="Sorts Mill Goudy"/>
              </a:defRPr>
            </a:lvl1pPr>
            <a:lvl2pPr lvl="1"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2pPr>
            <a:lvl3pPr lvl="2"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3pPr>
            <a:lvl4pPr lvl="3"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4pPr>
            <a:lvl5pPr lvl="4"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5pPr>
            <a:lvl6pPr lvl="5"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6pPr>
            <a:lvl7pPr lvl="6"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7pPr>
            <a:lvl8pPr lvl="7"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8pPr>
            <a:lvl9pPr lvl="8"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9pPr>
          </a:lstStyle>
          <a:p/>
        </p:txBody>
      </p:sp>
      <p:sp>
        <p:nvSpPr>
          <p:cNvPr id="10" name="Google Shape;10;p23"/>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1pPr>
            <a:lvl2pPr indent="0" lvl="1"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2pPr>
            <a:lvl3pPr indent="0" lvl="2"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3pPr>
            <a:lvl4pPr indent="0" lvl="3"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4pPr>
            <a:lvl5pPr indent="0" lvl="4"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5pPr>
            <a:lvl6pPr indent="0" lvl="5"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6pPr>
            <a:lvl7pPr indent="0" lvl="6"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7pPr>
            <a:lvl8pPr indent="0" lvl="7"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8pPr>
            <a:lvl9pPr indent="0" lvl="8"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3" name="Shape 23"/>
        <p:cNvGrpSpPr/>
        <p:nvPr/>
      </p:nvGrpSpPr>
      <p:grpSpPr>
        <a:xfrm>
          <a:off x="0" y="0"/>
          <a:ext cx="0" cy="0"/>
          <a:chOff x="0" y="0"/>
          <a:chExt cx="0" cy="0"/>
        </a:xfrm>
      </p:grpSpPr>
      <p:sp>
        <p:nvSpPr>
          <p:cNvPr id="24" name="Google Shape;24;p22"/>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marR="0" rtl="0" algn="ctr">
              <a:lnSpc>
                <a:spcPct val="90000"/>
              </a:lnSpc>
              <a:spcBef>
                <a:spcPts val="0"/>
              </a:spcBef>
              <a:spcAft>
                <a:spcPts val="0"/>
              </a:spcAft>
              <a:buClr>
                <a:schemeClr val="lt2"/>
              </a:buClr>
              <a:buSzPts val="4600"/>
              <a:buFont typeface="Sorts Mill Goudy"/>
              <a:buNone/>
              <a:defRPr b="0" i="0" sz="4600" u="none" cap="none" strike="noStrike">
                <a:solidFill>
                  <a:schemeClr val="lt2"/>
                </a:solidFill>
                <a:latin typeface="Sorts Mill Goudy"/>
                <a:ea typeface="Sorts Mill Goudy"/>
                <a:cs typeface="Sorts Mill Goudy"/>
                <a:sym typeface="Sorts Mill Goudy"/>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25" name="Google Shape;25;p22"/>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30835" lvl="0" marL="457200" marR="0" rtl="0" algn="l">
              <a:lnSpc>
                <a:spcPct val="110000"/>
              </a:lnSpc>
              <a:spcBef>
                <a:spcPts val="460"/>
              </a:spcBef>
              <a:spcAft>
                <a:spcPts val="0"/>
              </a:spcAft>
              <a:buClr>
                <a:schemeClr val="lt2"/>
              </a:buClr>
              <a:buSzPts val="1610"/>
              <a:buFont typeface="Noto Sans Symbols"/>
              <a:buChar char="◈"/>
              <a:defRPr b="0" i="0" sz="2300" u="none" cap="none" strike="noStrike">
                <a:solidFill>
                  <a:schemeClr val="lt2"/>
                </a:solidFill>
                <a:latin typeface="Sorts Mill Goudy"/>
                <a:ea typeface="Sorts Mill Goudy"/>
                <a:cs typeface="Sorts Mill Goudy"/>
                <a:sym typeface="Sorts Mill Goudy"/>
              </a:defRPr>
            </a:lvl1pPr>
            <a:lvl2pPr indent="-321944" lvl="1" marL="914400" marR="0" rtl="0" algn="l">
              <a:spcBef>
                <a:spcPts val="600"/>
              </a:spcBef>
              <a:spcAft>
                <a:spcPts val="0"/>
              </a:spcAft>
              <a:buClr>
                <a:schemeClr val="lt2"/>
              </a:buClr>
              <a:buSzPts val="1470"/>
              <a:buFont typeface="Noto Sans Symbols"/>
              <a:buChar char="🞚"/>
              <a:defRPr b="0" i="0" sz="2100" u="none" cap="none" strike="noStrike">
                <a:solidFill>
                  <a:schemeClr val="lt2"/>
                </a:solidFill>
                <a:latin typeface="Sorts Mill Goudy"/>
                <a:ea typeface="Sorts Mill Goudy"/>
                <a:cs typeface="Sorts Mill Goudy"/>
                <a:sym typeface="Sorts Mill Goudy"/>
              </a:defRPr>
            </a:lvl2pPr>
            <a:lvl3pPr indent="-308610" lvl="2" marL="1371600" marR="0" rtl="0" algn="l">
              <a:spcBef>
                <a:spcPts val="600"/>
              </a:spcBef>
              <a:spcAft>
                <a:spcPts val="0"/>
              </a:spcAft>
              <a:buClr>
                <a:schemeClr val="lt2"/>
              </a:buClr>
              <a:buSzPts val="1260"/>
              <a:buFont typeface="Noto Sans Symbols"/>
              <a:buChar char="◈"/>
              <a:defRPr b="0" i="0" sz="1800" u="none" cap="none" strike="noStrike">
                <a:solidFill>
                  <a:schemeClr val="lt2"/>
                </a:solidFill>
                <a:latin typeface="Sorts Mill Goudy"/>
                <a:ea typeface="Sorts Mill Goudy"/>
                <a:cs typeface="Sorts Mill Goudy"/>
                <a:sym typeface="Sorts Mill Goudy"/>
              </a:defRPr>
            </a:lvl3pPr>
            <a:lvl4pPr indent="-299719" lvl="3" marL="1828800" marR="0" rtl="0" algn="l">
              <a:spcBef>
                <a:spcPts val="600"/>
              </a:spcBef>
              <a:spcAft>
                <a:spcPts val="0"/>
              </a:spcAft>
              <a:buClr>
                <a:schemeClr val="lt2"/>
              </a:buClr>
              <a:buSzPts val="1120"/>
              <a:buFont typeface="Noto Sans Symbols"/>
              <a:buChar char="🞚"/>
              <a:defRPr b="0" i="0" sz="1600" u="none" cap="none" strike="noStrike">
                <a:solidFill>
                  <a:schemeClr val="lt2"/>
                </a:solidFill>
                <a:latin typeface="Sorts Mill Goudy"/>
                <a:ea typeface="Sorts Mill Goudy"/>
                <a:cs typeface="Sorts Mill Goudy"/>
                <a:sym typeface="Sorts Mill Goudy"/>
              </a:defRPr>
            </a:lvl4pPr>
            <a:lvl5pPr indent="-299720" lvl="4" marL="2286000" marR="0" rtl="0" algn="l">
              <a:spcBef>
                <a:spcPts val="600"/>
              </a:spcBef>
              <a:spcAft>
                <a:spcPts val="0"/>
              </a:spcAft>
              <a:buClr>
                <a:schemeClr val="lt2"/>
              </a:buClr>
              <a:buSzPts val="1120"/>
              <a:buFont typeface="Noto Sans Symbols"/>
              <a:buChar char="◈"/>
              <a:defRPr b="0" i="0" sz="1600" u="none" cap="none" strike="noStrike">
                <a:solidFill>
                  <a:schemeClr val="lt2"/>
                </a:solidFill>
                <a:latin typeface="Sorts Mill Goudy"/>
                <a:ea typeface="Sorts Mill Goudy"/>
                <a:cs typeface="Sorts Mill Goudy"/>
                <a:sym typeface="Sorts Mill Goudy"/>
              </a:defRPr>
            </a:lvl5pPr>
            <a:lvl6pPr indent="-290829" lvl="5" marL="27432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Sorts Mill Goudy"/>
                <a:ea typeface="Sorts Mill Goudy"/>
                <a:cs typeface="Sorts Mill Goudy"/>
                <a:sym typeface="Sorts Mill Goudy"/>
              </a:defRPr>
            </a:lvl6pPr>
            <a:lvl7pPr indent="-290829" lvl="6" marL="32004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Sorts Mill Goudy"/>
                <a:ea typeface="Sorts Mill Goudy"/>
                <a:cs typeface="Sorts Mill Goudy"/>
                <a:sym typeface="Sorts Mill Goudy"/>
              </a:defRPr>
            </a:lvl7pPr>
            <a:lvl8pPr indent="-290829" lvl="7" marL="36576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Sorts Mill Goudy"/>
                <a:ea typeface="Sorts Mill Goudy"/>
                <a:cs typeface="Sorts Mill Goudy"/>
                <a:sym typeface="Sorts Mill Goudy"/>
              </a:defRPr>
            </a:lvl8pPr>
            <a:lvl9pPr indent="-290829" lvl="8" marL="4114800" marR="0" rtl="0" algn="l">
              <a:spcBef>
                <a:spcPts val="600"/>
              </a:spcBef>
              <a:spcAft>
                <a:spcPts val="600"/>
              </a:spcAft>
              <a:buClr>
                <a:schemeClr val="lt2"/>
              </a:buClr>
              <a:buSzPts val="980"/>
              <a:buFont typeface="Noto Sans Symbols"/>
              <a:buChar char="◈"/>
              <a:defRPr b="0" i="0" sz="1400" u="none" cap="none" strike="noStrike">
                <a:solidFill>
                  <a:schemeClr val="lt2"/>
                </a:solidFill>
                <a:latin typeface="Sorts Mill Goudy"/>
                <a:ea typeface="Sorts Mill Goudy"/>
                <a:cs typeface="Sorts Mill Goudy"/>
                <a:sym typeface="Sorts Mill Goudy"/>
              </a:defRPr>
            </a:lvl9pPr>
          </a:lstStyle>
          <a:p/>
        </p:txBody>
      </p:sp>
      <p:sp>
        <p:nvSpPr>
          <p:cNvPr id="26" name="Google Shape;26;p22"/>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100" u="none" cap="none" strike="noStrike">
                <a:solidFill>
                  <a:srgbClr val="F2F2F2"/>
                </a:solidFill>
                <a:latin typeface="Sorts Mill Goudy"/>
                <a:ea typeface="Sorts Mill Goudy"/>
                <a:cs typeface="Sorts Mill Goudy"/>
                <a:sym typeface="Sorts Mill Goudy"/>
              </a:defRPr>
            </a:lvl1pPr>
            <a:lvl2pPr lvl="1"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2pPr>
            <a:lvl3pPr lvl="2"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3pPr>
            <a:lvl4pPr lvl="3"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4pPr>
            <a:lvl5pPr lvl="4"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5pPr>
            <a:lvl6pPr lvl="5"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6pPr>
            <a:lvl7pPr lvl="6"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7pPr>
            <a:lvl8pPr lvl="7"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8pPr>
            <a:lvl9pPr lvl="8"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9pPr>
          </a:lstStyle>
          <a:p/>
        </p:txBody>
      </p:sp>
      <p:sp>
        <p:nvSpPr>
          <p:cNvPr id="27" name="Google Shape;27;p22"/>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rgbClr val="F2F2F2"/>
                </a:solidFill>
                <a:latin typeface="Sorts Mill Goudy"/>
                <a:ea typeface="Sorts Mill Goudy"/>
                <a:cs typeface="Sorts Mill Goudy"/>
                <a:sym typeface="Sorts Mill Goudy"/>
              </a:defRPr>
            </a:lvl1pPr>
            <a:lvl2pPr lvl="1"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2pPr>
            <a:lvl3pPr lvl="2"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3pPr>
            <a:lvl4pPr lvl="3"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4pPr>
            <a:lvl5pPr lvl="4"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5pPr>
            <a:lvl6pPr lvl="5"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6pPr>
            <a:lvl7pPr lvl="6"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7pPr>
            <a:lvl8pPr lvl="7"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8pPr>
            <a:lvl9pPr lvl="8"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9pPr>
          </a:lstStyle>
          <a:p/>
        </p:txBody>
      </p:sp>
      <p:sp>
        <p:nvSpPr>
          <p:cNvPr id="28" name="Google Shape;28;p22"/>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1pPr>
            <a:lvl2pPr indent="0" lvl="1"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2pPr>
            <a:lvl3pPr indent="0" lvl="2"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3pPr>
            <a:lvl4pPr indent="0" lvl="3"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4pPr>
            <a:lvl5pPr indent="0" lvl="4"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5pPr>
            <a:lvl6pPr indent="0" lvl="5"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6pPr>
            <a:lvl7pPr indent="0" lvl="6"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7pPr>
            <a:lvl8pPr indent="0" lvl="7"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8pPr>
            <a:lvl9pPr indent="0" lvl="8"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4.jpg"/><Relationship Id="rId4" Type="http://schemas.openxmlformats.org/officeDocument/2006/relationships/image" Target="../media/image1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1" name="Shape 161"/>
        <p:cNvGrpSpPr/>
        <p:nvPr/>
      </p:nvGrpSpPr>
      <p:grpSpPr>
        <a:xfrm>
          <a:off x="0" y="0"/>
          <a:ext cx="0" cy="0"/>
          <a:chOff x="0" y="0"/>
          <a:chExt cx="0" cy="0"/>
        </a:xfrm>
      </p:grpSpPr>
      <p:pic>
        <p:nvPicPr>
          <p:cNvPr id="162" name="Google Shape;162;p1"/>
          <p:cNvPicPr preferRelativeResize="0"/>
          <p:nvPr/>
        </p:nvPicPr>
        <p:blipFill rotWithShape="1">
          <a:blip r:embed="rId4">
            <a:alphaModFix/>
          </a:blip>
          <a:srcRect b="0" l="0" r="0" t="0"/>
          <a:stretch/>
        </p:blipFill>
        <p:spPr>
          <a:xfrm>
            <a:off x="20" y="10"/>
            <a:ext cx="12191980" cy="6857990"/>
          </a:xfrm>
          <a:prstGeom prst="rect">
            <a:avLst/>
          </a:prstGeom>
          <a:noFill/>
          <a:ln>
            <a:noFill/>
          </a:ln>
        </p:spPr>
      </p:pic>
      <p:sp>
        <p:nvSpPr>
          <p:cNvPr id="163" name="Google Shape;163;p1"/>
          <p:cNvSpPr/>
          <p:nvPr/>
        </p:nvSpPr>
        <p:spPr>
          <a:xfrm rot="5400000">
            <a:off x="199829" y="1101852"/>
            <a:ext cx="4254640" cy="4654297"/>
          </a:xfrm>
          <a:prstGeom prst="round2SameRect">
            <a:avLst>
              <a:gd fmla="val 5146" name="adj1"/>
              <a:gd fmla="val 400" name="adj2"/>
            </a:avLst>
          </a:prstGeom>
          <a:blipFill rotWithShape="1">
            <a:blip r:embed="rId3">
              <a:alphaModFix/>
            </a:blip>
            <a:stretch>
              <a:fillRect b="0" l="0" r="0" t="0"/>
            </a:stretch>
          </a:blipFill>
          <a:ln>
            <a:noFill/>
          </a:ln>
          <a:effectLst>
            <a:outerShdw blurRad="50800" rotWithShape="0" algn="tl" dir="5400000" dist="38100">
              <a:srgbClr val="000000">
                <a:alpha val="42745"/>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Sorts Mill Goudy"/>
              <a:buNone/>
            </a:pPr>
            <a:r>
              <a:t/>
            </a:r>
            <a:endParaRPr b="0" i="0" sz="1800" u="none" cap="none" strike="noStrike">
              <a:solidFill>
                <a:srgbClr val="FFFFFF"/>
              </a:solidFill>
              <a:latin typeface="Sorts Mill Goudy"/>
              <a:ea typeface="Sorts Mill Goudy"/>
              <a:cs typeface="Sorts Mill Goudy"/>
              <a:sym typeface="Sorts Mill Goudy"/>
            </a:endParaRPr>
          </a:p>
        </p:txBody>
      </p:sp>
      <p:sp>
        <p:nvSpPr>
          <p:cNvPr id="164" name="Google Shape;164;p1"/>
          <p:cNvSpPr txBox="1"/>
          <p:nvPr>
            <p:ph type="ctrTitle"/>
          </p:nvPr>
        </p:nvSpPr>
        <p:spPr>
          <a:xfrm>
            <a:off x="804336" y="1623412"/>
            <a:ext cx="3503122" cy="2287229"/>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lt2"/>
              </a:buClr>
              <a:buSzPts val="3960"/>
              <a:buFont typeface="Sorts Mill Goudy"/>
              <a:buNone/>
            </a:pPr>
            <a:r>
              <a:rPr lang="en-US" sz="3160"/>
              <a:t>Predictive Modeling for Attorney Involvement in Claims</a:t>
            </a:r>
            <a:endParaRPr sz="4059"/>
          </a:p>
        </p:txBody>
      </p:sp>
      <p:sp>
        <p:nvSpPr>
          <p:cNvPr id="165" name="Google Shape;165;p1"/>
          <p:cNvSpPr txBox="1"/>
          <p:nvPr>
            <p:ph idx="1" type="subTitle"/>
          </p:nvPr>
        </p:nvSpPr>
        <p:spPr>
          <a:xfrm>
            <a:off x="804335" y="4009771"/>
            <a:ext cx="3503122" cy="124436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1260"/>
              <a:buNone/>
            </a:pPr>
            <a:r>
              <a:rPr lang="en-US" sz="1800">
                <a:solidFill>
                  <a:srgbClr val="FC05CB"/>
                </a:solidFill>
              </a:rPr>
              <a:t>Team – 3</a:t>
            </a:r>
            <a:endParaRPr/>
          </a:p>
          <a:p>
            <a:pPr indent="0" lvl="0" marL="0" rtl="0" algn="l">
              <a:lnSpc>
                <a:spcPct val="110000"/>
              </a:lnSpc>
              <a:spcBef>
                <a:spcPts val="960"/>
              </a:spcBef>
              <a:spcAft>
                <a:spcPts val="0"/>
              </a:spcAft>
              <a:buSzPts val="1260"/>
              <a:buNone/>
            </a:pPr>
            <a:r>
              <a:t/>
            </a:r>
            <a:endParaRPr sz="1800">
              <a:solidFill>
                <a:srgbClr val="FC05CB"/>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9" name="Shape 169"/>
        <p:cNvGrpSpPr/>
        <p:nvPr/>
      </p:nvGrpSpPr>
      <p:grpSpPr>
        <a:xfrm>
          <a:off x="0" y="0"/>
          <a:ext cx="0" cy="0"/>
          <a:chOff x="0" y="0"/>
          <a:chExt cx="0" cy="0"/>
        </a:xfrm>
      </p:grpSpPr>
      <p:sp>
        <p:nvSpPr>
          <p:cNvPr id="170" name="Google Shape;170;p2"/>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Sorts Mill Goudy"/>
              <a:buNone/>
            </a:pPr>
            <a:r>
              <a:rPr lang="en-US"/>
              <a:t>Team Members:</a:t>
            </a:r>
            <a:endParaRPr/>
          </a:p>
        </p:txBody>
      </p:sp>
      <p:sp>
        <p:nvSpPr>
          <p:cNvPr id="171" name="Google Shape;171;p2"/>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lnSpc>
                <a:spcPct val="110000"/>
              </a:lnSpc>
              <a:spcBef>
                <a:spcPts val="0"/>
              </a:spcBef>
              <a:spcAft>
                <a:spcPts val="0"/>
              </a:spcAft>
              <a:buSzPts val="1610"/>
              <a:buChar char="◈"/>
            </a:pPr>
            <a:r>
              <a:rPr lang="en-US"/>
              <a:t> Mohan Kumar N.C</a:t>
            </a:r>
            <a:endParaRPr/>
          </a:p>
          <a:p>
            <a:pPr indent="-283775" lvl="0" marL="342900" rtl="0" algn="l">
              <a:lnSpc>
                <a:spcPct val="110000"/>
              </a:lnSpc>
              <a:spcBef>
                <a:spcPts val="0"/>
              </a:spcBef>
              <a:spcAft>
                <a:spcPts val="0"/>
              </a:spcAft>
              <a:buSzPts val="1260"/>
              <a:buChar char="◈"/>
            </a:pPr>
            <a:r>
              <a:rPr lang="en-US"/>
              <a:t>Nushrath Shaik</a:t>
            </a:r>
            <a:endParaRPr/>
          </a:p>
          <a:p>
            <a:pPr indent="-283775" lvl="0" marL="342900" rtl="0" algn="l">
              <a:lnSpc>
                <a:spcPct val="110000"/>
              </a:lnSpc>
              <a:spcBef>
                <a:spcPts val="0"/>
              </a:spcBef>
              <a:spcAft>
                <a:spcPts val="0"/>
              </a:spcAft>
              <a:buSzPts val="1260"/>
              <a:buChar char="◈"/>
            </a:pPr>
            <a:r>
              <a:rPr lang="en-US"/>
              <a:t>Mada Srinidhi</a:t>
            </a:r>
            <a:endParaRPr/>
          </a:p>
          <a:p>
            <a:pPr indent="-283775" lvl="0" marL="342900" rtl="0" algn="l">
              <a:lnSpc>
                <a:spcPct val="110000"/>
              </a:lnSpc>
              <a:spcBef>
                <a:spcPts val="0"/>
              </a:spcBef>
              <a:spcAft>
                <a:spcPts val="0"/>
              </a:spcAft>
              <a:buSzPts val="1260"/>
              <a:buChar char="◈"/>
            </a:pPr>
            <a:r>
              <a:rPr lang="en-US"/>
              <a:t>Abhinav Gundala</a:t>
            </a:r>
            <a:endParaRPr/>
          </a:p>
          <a:p>
            <a:pPr indent="-283775" lvl="0" marL="342900" rtl="0" algn="l">
              <a:lnSpc>
                <a:spcPct val="110000"/>
              </a:lnSpc>
              <a:spcBef>
                <a:spcPts val="0"/>
              </a:spcBef>
              <a:spcAft>
                <a:spcPts val="0"/>
              </a:spcAft>
              <a:buSzPts val="1260"/>
              <a:buChar char="◈"/>
            </a:pPr>
            <a:r>
              <a:rPr lang="en-US"/>
              <a:t>Riteesh.D.Ambekar</a:t>
            </a:r>
            <a:endParaRPr/>
          </a:p>
          <a:p>
            <a:pPr indent="-283775" lvl="0" marL="342900" rtl="0" algn="l">
              <a:lnSpc>
                <a:spcPct val="110000"/>
              </a:lnSpc>
              <a:spcBef>
                <a:spcPts val="0"/>
              </a:spcBef>
              <a:spcAft>
                <a:spcPts val="0"/>
              </a:spcAft>
              <a:buSzPts val="1260"/>
              <a:buChar char="◈"/>
            </a:pPr>
            <a:r>
              <a:rPr lang="en-US"/>
              <a:t>Piryanka Shridhar Katkar</a:t>
            </a:r>
            <a:endParaRPr/>
          </a:p>
          <a:p>
            <a:pPr indent="-283775" lvl="0" marL="342900" rtl="0" algn="l">
              <a:lnSpc>
                <a:spcPct val="110000"/>
              </a:lnSpc>
              <a:spcBef>
                <a:spcPts val="0"/>
              </a:spcBef>
              <a:spcAft>
                <a:spcPts val="0"/>
              </a:spcAft>
              <a:buSzPts val="1260"/>
              <a:buChar char="◈"/>
            </a:pPr>
            <a:r>
              <a:rPr lang="en-US"/>
              <a:t>Bonala Rahul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Sorts Mill Goudy"/>
              <a:buNone/>
            </a:pPr>
            <a:r>
              <a:rPr lang="en-US"/>
              <a:t>Objective</a:t>
            </a:r>
            <a:endParaRPr/>
          </a:p>
        </p:txBody>
      </p:sp>
      <p:sp>
        <p:nvSpPr>
          <p:cNvPr id="177" name="Google Shape;177;p3"/>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fontScale="92500" lnSpcReduction="10000"/>
          </a:bodyPr>
          <a:lstStyle/>
          <a:p>
            <a:pPr indent="-320557" lvl="0" marL="342900" rtl="0" algn="l">
              <a:spcBef>
                <a:spcPts val="1025"/>
              </a:spcBef>
              <a:spcAft>
                <a:spcPts val="0"/>
              </a:spcAft>
              <a:buSzPct val="70000"/>
              <a:buChar char="◈"/>
            </a:pPr>
            <a:r>
              <a:rPr lang="en-US"/>
              <a:t>Develop a predictive model to estimate attorney involvement in claims based on claim characteristics.</a:t>
            </a:r>
            <a:endParaRPr/>
          </a:p>
          <a:p>
            <a:pPr indent="-320557" lvl="0" marL="342900" rtl="0" algn="l">
              <a:spcBef>
                <a:spcPts val="1025"/>
              </a:spcBef>
              <a:spcAft>
                <a:spcPts val="0"/>
              </a:spcAft>
              <a:buSzPct val="70000"/>
              <a:buChar char="◈"/>
            </a:pPr>
            <a:r>
              <a:rPr lang="en-US"/>
              <a:t>Identify the key variables influencing attorney involvement, such as claim amount, injury severity, location, and claimant demographics.</a:t>
            </a:r>
            <a:endParaRPr/>
          </a:p>
          <a:p>
            <a:pPr indent="-320557" lvl="0" marL="342900" rtl="0" algn="l">
              <a:spcBef>
                <a:spcPts val="1025"/>
              </a:spcBef>
              <a:spcAft>
                <a:spcPts val="0"/>
              </a:spcAft>
              <a:buSzPct val="70000"/>
              <a:buChar char="◈"/>
            </a:pPr>
            <a:r>
              <a:rPr lang="en-US"/>
              <a:t>Enhance predictive accuracy to support claims management and decision-making.</a:t>
            </a:r>
            <a:endParaRPr/>
          </a:p>
          <a:p>
            <a:pPr indent="-320557" lvl="0" marL="342900" rtl="0" algn="l">
              <a:spcBef>
                <a:spcPts val="1025"/>
              </a:spcBef>
              <a:spcAft>
                <a:spcPts val="0"/>
              </a:spcAft>
              <a:buSzPct val="70000"/>
              <a:buChar char="◈"/>
            </a:pPr>
            <a:r>
              <a:rPr lang="en-US"/>
              <a:t>Reduce dependence on manual evaluations and improve efficiency in determining potential attorney involvement.</a:t>
            </a:r>
            <a:endParaRPr/>
          </a:p>
          <a:p>
            <a:pPr indent="-306022" lvl="0" marL="342900" rtl="0" algn="l">
              <a:lnSpc>
                <a:spcPct val="110000"/>
              </a:lnSpc>
              <a:spcBef>
                <a:spcPts val="1025"/>
              </a:spcBef>
              <a:spcAft>
                <a:spcPts val="0"/>
              </a:spcAft>
              <a:buSzPct val="70000"/>
              <a:buChar char="◈"/>
            </a:pPr>
            <a:r>
              <a:rPr lang="en-US"/>
              <a:t>Provide a data-driven approach to aid in strategizing claims resolution and minimizing legal costs.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4"/>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Sorts Mill Goudy"/>
              <a:buNone/>
            </a:pPr>
            <a:r>
              <a:rPr lang="en-US"/>
              <a:t>Introduction</a:t>
            </a:r>
            <a:endParaRPr/>
          </a:p>
        </p:txBody>
      </p:sp>
      <p:sp>
        <p:nvSpPr>
          <p:cNvPr id="183" name="Google Shape;183;p4"/>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fontScale="92500" lnSpcReduction="20000"/>
          </a:bodyPr>
          <a:lstStyle/>
          <a:p>
            <a:pPr indent="-320557" lvl="0" marL="342900" rtl="0" algn="l">
              <a:spcBef>
                <a:spcPts val="1025"/>
              </a:spcBef>
              <a:spcAft>
                <a:spcPts val="0"/>
              </a:spcAft>
              <a:buSzPct val="70000"/>
              <a:buChar char="◈"/>
            </a:pPr>
            <a:r>
              <a:rPr lang="en-US"/>
              <a:t>Attorney involvement in claims is influenced by various claim-related factors, making accurate predictions essential for effective claims management.</a:t>
            </a:r>
            <a:endParaRPr/>
          </a:p>
          <a:p>
            <a:pPr indent="-320557" lvl="0" marL="342900" rtl="0" algn="l">
              <a:spcBef>
                <a:spcPts val="1025"/>
              </a:spcBef>
              <a:spcAft>
                <a:spcPts val="0"/>
              </a:spcAft>
              <a:buSzPct val="70000"/>
              <a:buChar char="◈"/>
            </a:pPr>
            <a:r>
              <a:rPr lang="en-US"/>
              <a:t>This project aims to leverage machine learning techniques to predict attorney involvement using a dataset of claim characteristics.</a:t>
            </a:r>
            <a:endParaRPr/>
          </a:p>
          <a:p>
            <a:pPr indent="-320557" lvl="0" marL="342900" rtl="0" algn="l">
              <a:spcBef>
                <a:spcPts val="1025"/>
              </a:spcBef>
              <a:spcAft>
                <a:spcPts val="0"/>
              </a:spcAft>
              <a:buSzPct val="70000"/>
              <a:buChar char="◈"/>
            </a:pPr>
            <a:r>
              <a:rPr lang="en-US"/>
              <a:t>The dataset includes variables such as claim amount, injury severity, location, claimant demographics, and attorney involvement as the target variable.</a:t>
            </a:r>
            <a:endParaRPr/>
          </a:p>
          <a:p>
            <a:pPr indent="-320557" lvl="0" marL="342900" rtl="0" algn="l">
              <a:spcBef>
                <a:spcPts val="1025"/>
              </a:spcBef>
              <a:spcAft>
                <a:spcPts val="0"/>
              </a:spcAft>
              <a:buSzPct val="70000"/>
              <a:buChar char="◈"/>
            </a:pPr>
            <a:r>
              <a:rPr lang="en-US"/>
              <a:t>Predicting attorney involvement based on claim factors can help optimize resolution strategies and reduce legal expenses.</a:t>
            </a:r>
            <a:endParaRPr/>
          </a:p>
          <a:p>
            <a:pPr indent="-306022" lvl="0" marL="342900" rtl="0" algn="l">
              <a:lnSpc>
                <a:spcPct val="110000"/>
              </a:lnSpc>
              <a:spcBef>
                <a:spcPts val="1025"/>
              </a:spcBef>
              <a:spcAft>
                <a:spcPts val="0"/>
              </a:spcAft>
              <a:buSzPct val="70000"/>
              <a:buChar char="◈"/>
            </a:pPr>
            <a:r>
              <a:rPr lang="en-US"/>
              <a:t>By understanding the relationships among these variables, we can improve efficiency and effectiveness in claims processing and management.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5"/>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Sorts Mill Goudy"/>
              <a:buNone/>
            </a:pPr>
            <a:r>
              <a:rPr lang="en-US"/>
              <a:t>Graphs</a:t>
            </a:r>
            <a:endParaRPr/>
          </a:p>
        </p:txBody>
      </p:sp>
      <p:sp>
        <p:nvSpPr>
          <p:cNvPr id="189" name="Google Shape;189;p5"/>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lnSpc>
                <a:spcPct val="110000"/>
              </a:lnSpc>
              <a:spcBef>
                <a:spcPts val="0"/>
              </a:spcBef>
              <a:spcAft>
                <a:spcPts val="0"/>
              </a:spcAft>
              <a:buSzPts val="1610"/>
              <a:buChar char="◈"/>
            </a:pPr>
            <a:r>
              <a:rPr lang="en-US"/>
              <a:t>Sns Countplot:</a:t>
            </a:r>
            <a:endParaRPr/>
          </a:p>
          <a:p>
            <a:pPr indent="-203764" lvl="0" marL="342900" rtl="0" algn="l">
              <a:lnSpc>
                <a:spcPct val="110000"/>
              </a:lnSpc>
              <a:spcBef>
                <a:spcPts val="1060"/>
              </a:spcBef>
              <a:spcAft>
                <a:spcPts val="0"/>
              </a:spcAft>
              <a:buSzPts val="1610"/>
              <a:buNone/>
            </a:pPr>
            <a:r>
              <a:t/>
            </a:r>
            <a:endParaRPr/>
          </a:p>
          <a:p>
            <a:pPr indent="-203764" lvl="0" marL="342900" rtl="0" algn="l">
              <a:lnSpc>
                <a:spcPct val="110000"/>
              </a:lnSpc>
              <a:spcBef>
                <a:spcPts val="1060"/>
              </a:spcBef>
              <a:spcAft>
                <a:spcPts val="0"/>
              </a:spcAft>
              <a:buSzPts val="1610"/>
              <a:buNone/>
            </a:pPr>
            <a:r>
              <a:t/>
            </a:r>
            <a:endParaRPr/>
          </a:p>
          <a:p>
            <a:pPr indent="0" lvl="0" marL="36900" rtl="0" algn="l">
              <a:lnSpc>
                <a:spcPct val="110000"/>
              </a:lnSpc>
              <a:spcBef>
                <a:spcPts val="1060"/>
              </a:spcBef>
              <a:spcAft>
                <a:spcPts val="0"/>
              </a:spcAft>
              <a:buSzPts val="1610"/>
              <a:buNone/>
            </a:pPr>
            <a:r>
              <a:t/>
            </a:r>
            <a:endParaRPr/>
          </a:p>
        </p:txBody>
      </p:sp>
      <p:pic>
        <p:nvPicPr>
          <p:cNvPr id="190" name="Google Shape;190;p5"/>
          <p:cNvPicPr preferRelativeResize="0"/>
          <p:nvPr/>
        </p:nvPicPr>
        <p:blipFill>
          <a:blip r:embed="rId3">
            <a:alphaModFix/>
          </a:blip>
          <a:stretch>
            <a:fillRect/>
          </a:stretch>
        </p:blipFill>
        <p:spPr>
          <a:xfrm>
            <a:off x="4372800" y="1819950"/>
            <a:ext cx="3446400" cy="42277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6"/>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Sorts Mill Goudy"/>
              <a:buNone/>
            </a:pPr>
            <a:r>
              <a:rPr lang="en-US"/>
              <a:t>Graphs</a:t>
            </a:r>
            <a:endParaRPr/>
          </a:p>
        </p:txBody>
      </p:sp>
      <p:sp>
        <p:nvSpPr>
          <p:cNvPr id="196" name="Google Shape;196;p6"/>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lnSpc>
                <a:spcPct val="110000"/>
              </a:lnSpc>
              <a:spcBef>
                <a:spcPts val="0"/>
              </a:spcBef>
              <a:spcAft>
                <a:spcPts val="0"/>
              </a:spcAft>
              <a:buSzPts val="1610"/>
              <a:buChar char="◈"/>
            </a:pPr>
            <a:r>
              <a:rPr lang="en-US"/>
              <a:t>Histograms:</a:t>
            </a:r>
            <a:endParaRPr/>
          </a:p>
          <a:p>
            <a:pPr indent="0" lvl="0" marL="36900" rtl="0" algn="l">
              <a:lnSpc>
                <a:spcPct val="110000"/>
              </a:lnSpc>
              <a:spcBef>
                <a:spcPts val="1060"/>
              </a:spcBef>
              <a:spcAft>
                <a:spcPts val="0"/>
              </a:spcAft>
              <a:buSzPts val="1610"/>
              <a:buNone/>
            </a:pPr>
            <a:r>
              <a:t/>
            </a:r>
            <a:endParaRPr/>
          </a:p>
        </p:txBody>
      </p:sp>
      <p:pic>
        <p:nvPicPr>
          <p:cNvPr id="197" name="Google Shape;197;p6"/>
          <p:cNvPicPr preferRelativeResize="0"/>
          <p:nvPr/>
        </p:nvPicPr>
        <p:blipFill>
          <a:blip r:embed="rId3">
            <a:alphaModFix/>
          </a:blip>
          <a:stretch>
            <a:fillRect/>
          </a:stretch>
        </p:blipFill>
        <p:spPr>
          <a:xfrm>
            <a:off x="3721400" y="1951725"/>
            <a:ext cx="5048374" cy="46282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1cf2f6a948_0_4"/>
          <p:cNvSpPr txBox="1"/>
          <p:nvPr>
            <p:ph type="title"/>
          </p:nvPr>
        </p:nvSpPr>
        <p:spPr>
          <a:xfrm>
            <a:off x="913795" y="609600"/>
            <a:ext cx="10353900" cy="12573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Graphs</a:t>
            </a:r>
            <a:endParaRPr/>
          </a:p>
        </p:txBody>
      </p:sp>
      <p:sp>
        <p:nvSpPr>
          <p:cNvPr id="203" name="Google Shape;203;g31cf2f6a948_0_4"/>
          <p:cNvSpPr txBox="1"/>
          <p:nvPr>
            <p:ph idx="1" type="body"/>
          </p:nvPr>
        </p:nvSpPr>
        <p:spPr>
          <a:xfrm>
            <a:off x="913795" y="2076450"/>
            <a:ext cx="10353900" cy="37146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US"/>
              <a:t>SNS Pair plot:</a:t>
            </a:r>
            <a:endParaRPr/>
          </a:p>
          <a:p>
            <a:pPr indent="0" lvl="0" marL="0" rtl="0" algn="l">
              <a:spcBef>
                <a:spcPts val="600"/>
              </a:spcBef>
              <a:spcAft>
                <a:spcPts val="600"/>
              </a:spcAft>
              <a:buNone/>
            </a:pPr>
            <a:r>
              <a:t/>
            </a:r>
            <a:endParaRPr/>
          </a:p>
        </p:txBody>
      </p:sp>
      <p:pic>
        <p:nvPicPr>
          <p:cNvPr id="204" name="Google Shape;204;g31cf2f6a948_0_4"/>
          <p:cNvPicPr preferRelativeResize="0"/>
          <p:nvPr/>
        </p:nvPicPr>
        <p:blipFill>
          <a:blip r:embed="rId3">
            <a:alphaModFix/>
          </a:blip>
          <a:stretch>
            <a:fillRect/>
          </a:stretch>
        </p:blipFill>
        <p:spPr>
          <a:xfrm>
            <a:off x="3236688" y="2248575"/>
            <a:ext cx="5153025" cy="4057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8"/>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Sorts Mill Goudy"/>
              <a:buNone/>
            </a:pPr>
            <a:r>
              <a:rPr lang="en-US"/>
              <a:t>Graphs</a:t>
            </a:r>
            <a:endParaRPr/>
          </a:p>
        </p:txBody>
      </p:sp>
      <p:sp>
        <p:nvSpPr>
          <p:cNvPr id="210" name="Google Shape;210;p8"/>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lnSpc>
                <a:spcPct val="110000"/>
              </a:lnSpc>
              <a:spcBef>
                <a:spcPts val="0"/>
              </a:spcBef>
              <a:spcAft>
                <a:spcPts val="0"/>
              </a:spcAft>
              <a:buSzPts val="1610"/>
              <a:buChar char="◈"/>
            </a:pPr>
            <a:r>
              <a:rPr lang="en-US"/>
              <a:t>Heat Map: </a:t>
            </a:r>
            <a:endParaRPr/>
          </a:p>
        </p:txBody>
      </p:sp>
      <p:pic>
        <p:nvPicPr>
          <p:cNvPr id="211" name="Google Shape;211;p8"/>
          <p:cNvPicPr preferRelativeResize="0"/>
          <p:nvPr/>
        </p:nvPicPr>
        <p:blipFill>
          <a:blip r:embed="rId3">
            <a:alphaModFix/>
          </a:blip>
          <a:stretch>
            <a:fillRect/>
          </a:stretch>
        </p:blipFill>
        <p:spPr>
          <a:xfrm>
            <a:off x="3274250" y="2186122"/>
            <a:ext cx="4788501" cy="4227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7"/>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Sorts Mill Goudy"/>
              <a:buNone/>
            </a:pPr>
            <a:r>
              <a:rPr lang="en-US"/>
              <a:t>Graphs	</a:t>
            </a:r>
            <a:endParaRPr/>
          </a:p>
        </p:txBody>
      </p:sp>
      <p:sp>
        <p:nvSpPr>
          <p:cNvPr id="217" name="Google Shape;217;p7"/>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lnSpc>
                <a:spcPct val="110000"/>
              </a:lnSpc>
              <a:spcBef>
                <a:spcPts val="0"/>
              </a:spcBef>
              <a:spcAft>
                <a:spcPts val="0"/>
              </a:spcAft>
              <a:buSzPts val="1610"/>
              <a:buChar char="◈"/>
            </a:pPr>
            <a:r>
              <a:rPr lang="en-US"/>
              <a:t>Boxplot :</a:t>
            </a:r>
            <a:endParaRPr/>
          </a:p>
          <a:p>
            <a:pPr indent="0" lvl="0" marL="36900" rtl="0" algn="l">
              <a:lnSpc>
                <a:spcPct val="110000"/>
              </a:lnSpc>
              <a:spcBef>
                <a:spcPts val="1060"/>
              </a:spcBef>
              <a:spcAft>
                <a:spcPts val="0"/>
              </a:spcAft>
              <a:buSzPts val="1610"/>
              <a:buNone/>
            </a:pPr>
            <a:r>
              <a:t/>
            </a:r>
            <a:endParaRPr/>
          </a:p>
        </p:txBody>
      </p:sp>
      <p:pic>
        <p:nvPicPr>
          <p:cNvPr id="218" name="Google Shape;218;p7"/>
          <p:cNvPicPr preferRelativeResize="0"/>
          <p:nvPr/>
        </p:nvPicPr>
        <p:blipFill>
          <a:blip r:embed="rId3">
            <a:alphaModFix/>
          </a:blip>
          <a:stretch>
            <a:fillRect/>
          </a:stretch>
        </p:blipFill>
        <p:spPr>
          <a:xfrm>
            <a:off x="2036200" y="2645577"/>
            <a:ext cx="8458952" cy="25764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0"/>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Sorts Mill Goudy"/>
              <a:buNone/>
            </a:pPr>
            <a:r>
              <a:rPr lang="en-US"/>
              <a:t>ROC CURVE</a:t>
            </a:r>
            <a:endParaRPr/>
          </a:p>
        </p:txBody>
      </p:sp>
      <p:sp>
        <p:nvSpPr>
          <p:cNvPr id="224" name="Google Shape;224;p10"/>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lnSpc>
                <a:spcPct val="110000"/>
              </a:lnSpc>
              <a:spcBef>
                <a:spcPts val="0"/>
              </a:spcBef>
              <a:spcAft>
                <a:spcPts val="0"/>
              </a:spcAft>
              <a:buSzPts val="1610"/>
              <a:buChar char="◈"/>
            </a:pPr>
            <a:r>
              <a:t/>
            </a:r>
            <a:endParaRPr/>
          </a:p>
          <a:p>
            <a:pPr indent="-203764" lvl="0" marL="342900" rtl="0" algn="l">
              <a:lnSpc>
                <a:spcPct val="110000"/>
              </a:lnSpc>
              <a:spcBef>
                <a:spcPts val="1060"/>
              </a:spcBef>
              <a:spcAft>
                <a:spcPts val="0"/>
              </a:spcAft>
              <a:buSzPts val="1610"/>
              <a:buNone/>
            </a:pPr>
            <a:r>
              <a:t/>
            </a:r>
            <a:endParaRPr/>
          </a:p>
        </p:txBody>
      </p:sp>
      <p:pic>
        <p:nvPicPr>
          <p:cNvPr id="225" name="Google Shape;225;p10"/>
          <p:cNvPicPr preferRelativeResize="0"/>
          <p:nvPr/>
        </p:nvPicPr>
        <p:blipFill>
          <a:blip r:embed="rId3">
            <a:alphaModFix/>
          </a:blip>
          <a:stretch>
            <a:fillRect/>
          </a:stretch>
        </p:blipFill>
        <p:spPr>
          <a:xfrm>
            <a:off x="3440163" y="1928800"/>
            <a:ext cx="5000625" cy="40100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31cf2f6a948_0_13"/>
          <p:cNvSpPr txBox="1"/>
          <p:nvPr>
            <p:ph type="title"/>
          </p:nvPr>
        </p:nvSpPr>
        <p:spPr>
          <a:xfrm>
            <a:off x="913795" y="609600"/>
            <a:ext cx="10353900" cy="12573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Sorts Mill Goudy"/>
              <a:buNone/>
            </a:pPr>
            <a:r>
              <a:rPr lang="en-US"/>
              <a:t>List Of Models Taken for Deployment</a:t>
            </a:r>
            <a:endParaRPr/>
          </a:p>
          <a:p>
            <a:pPr indent="0" lvl="0" marL="0" rtl="0" algn="ctr">
              <a:spcBef>
                <a:spcPts val="0"/>
              </a:spcBef>
              <a:spcAft>
                <a:spcPts val="0"/>
              </a:spcAft>
              <a:buNone/>
            </a:pPr>
            <a:r>
              <a:t/>
            </a:r>
            <a:endParaRPr/>
          </a:p>
        </p:txBody>
      </p:sp>
      <p:sp>
        <p:nvSpPr>
          <p:cNvPr id="231" name="Google Shape;231;g31cf2f6a948_0_13"/>
          <p:cNvSpPr txBox="1"/>
          <p:nvPr>
            <p:ph idx="1" type="body"/>
          </p:nvPr>
        </p:nvSpPr>
        <p:spPr>
          <a:xfrm>
            <a:off x="913795" y="2076450"/>
            <a:ext cx="10353900" cy="3714600"/>
          </a:xfrm>
          <a:prstGeom prst="rect">
            <a:avLst/>
          </a:prstGeom>
        </p:spPr>
        <p:txBody>
          <a:bodyPr anchorCtr="0" anchor="t" bIns="45700" lIns="91425" spcFirstLastPara="1" rIns="91425" wrap="square" tIns="45700">
            <a:normAutofit/>
          </a:bodyPr>
          <a:lstStyle/>
          <a:p>
            <a:pPr indent="-308610" lvl="0" marL="457200" rtl="0" algn="l">
              <a:spcBef>
                <a:spcPts val="360"/>
              </a:spcBef>
              <a:spcAft>
                <a:spcPts val="0"/>
              </a:spcAft>
              <a:buSzPts val="1260"/>
              <a:buChar char="◈"/>
            </a:pPr>
            <a:r>
              <a:rPr lang="en-US"/>
              <a:t>Logistic Regression</a:t>
            </a:r>
            <a:endParaRPr/>
          </a:p>
          <a:p>
            <a:pPr indent="-308610" lvl="0" marL="457200" rtl="0" algn="l">
              <a:spcBef>
                <a:spcPts val="0"/>
              </a:spcBef>
              <a:spcAft>
                <a:spcPts val="0"/>
              </a:spcAft>
              <a:buSzPts val="1260"/>
              <a:buChar char="◈"/>
            </a:pPr>
            <a:r>
              <a:rPr lang="en-US"/>
              <a:t>Random Forest</a:t>
            </a:r>
            <a:endParaRPr/>
          </a:p>
          <a:p>
            <a:pPr indent="-308610" lvl="0" marL="457200" rtl="0" algn="l">
              <a:spcBef>
                <a:spcPts val="0"/>
              </a:spcBef>
              <a:spcAft>
                <a:spcPts val="0"/>
              </a:spcAft>
              <a:buSzPts val="1260"/>
              <a:buChar char="◈"/>
            </a:pPr>
            <a:r>
              <a:rPr lang="en-US"/>
              <a:t>Decision Tree</a:t>
            </a:r>
            <a:endParaRPr/>
          </a:p>
          <a:p>
            <a:pPr indent="-308610" lvl="0" marL="457200" rtl="0" algn="l">
              <a:spcBef>
                <a:spcPts val="0"/>
              </a:spcBef>
              <a:spcAft>
                <a:spcPts val="0"/>
              </a:spcAft>
              <a:buSzPts val="1260"/>
              <a:buChar char="◈"/>
            </a:pPr>
            <a:r>
              <a:rPr lang="en-US"/>
              <a:t>Support Vector machine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2"/>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Sorts Mill Goudy"/>
              <a:buNone/>
            </a:pPr>
            <a:r>
              <a:rPr lang="en-US"/>
              <a:t>Comparison Between each model</a:t>
            </a:r>
            <a:endParaRPr/>
          </a:p>
        </p:txBody>
      </p:sp>
      <p:pic>
        <p:nvPicPr>
          <p:cNvPr id="237" name="Google Shape;237;p12"/>
          <p:cNvPicPr preferRelativeResize="0"/>
          <p:nvPr/>
        </p:nvPicPr>
        <p:blipFill>
          <a:blip r:embed="rId3">
            <a:alphaModFix/>
          </a:blip>
          <a:stretch>
            <a:fillRect/>
          </a:stretch>
        </p:blipFill>
        <p:spPr>
          <a:xfrm>
            <a:off x="1453300" y="2477613"/>
            <a:ext cx="9881650" cy="19027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3"/>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Sorts Mill Goudy"/>
              <a:buNone/>
            </a:pPr>
            <a:r>
              <a:rPr lang="en-US"/>
              <a:t>Summary Based On the Comparison Table</a:t>
            </a:r>
            <a:endParaRPr/>
          </a:p>
        </p:txBody>
      </p:sp>
      <p:sp>
        <p:nvSpPr>
          <p:cNvPr id="243" name="Google Shape;243;p13"/>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lnSpcReduction="20000"/>
          </a:bodyPr>
          <a:lstStyle/>
          <a:p>
            <a:pPr indent="-328225" lvl="0" marL="342900" rtl="0" algn="l">
              <a:spcBef>
                <a:spcPts val="0"/>
              </a:spcBef>
              <a:spcAft>
                <a:spcPts val="0"/>
              </a:spcAft>
              <a:buSzPts val="1610"/>
              <a:buChar char="◈"/>
            </a:pPr>
            <a:r>
              <a:rPr lang="en-US"/>
              <a:t>Logistic Regression has the highest precision (0.608333), recall (0.521429), and F1 score (0.561538), making it the most balanced and best-performing model overall.</a:t>
            </a:r>
            <a:endParaRPr/>
          </a:p>
          <a:p>
            <a:pPr indent="-328225" lvl="0" marL="342900" rtl="0" algn="l">
              <a:spcBef>
                <a:spcPts val="0"/>
              </a:spcBef>
              <a:spcAft>
                <a:spcPts val="0"/>
              </a:spcAft>
              <a:buSzPts val="1610"/>
              <a:buChar char="◈"/>
            </a:pPr>
            <a:r>
              <a:rPr lang="en-US"/>
              <a:t>Decision Tree shows competitive performance with a slightly lower F1 score (0.584838) but does not outperform Logistic Regression.</a:t>
            </a:r>
            <a:endParaRPr/>
          </a:p>
          <a:p>
            <a:pPr indent="-328225" lvl="0" marL="342900" rtl="0" algn="l">
              <a:spcBef>
                <a:spcPts val="0"/>
              </a:spcBef>
              <a:spcAft>
                <a:spcPts val="0"/>
              </a:spcAft>
              <a:buSzPts val="1610"/>
              <a:buChar char="◈"/>
            </a:pPr>
            <a:r>
              <a:rPr lang="en-US"/>
              <a:t>Random Forest has the lowest performance across all metrics, making it the least effective model.</a:t>
            </a:r>
            <a:endParaRPr/>
          </a:p>
          <a:p>
            <a:pPr indent="-328225" lvl="0" marL="342900" rtl="0" algn="l">
              <a:spcBef>
                <a:spcPts val="0"/>
              </a:spcBef>
              <a:spcAft>
                <a:spcPts val="0"/>
              </a:spcAft>
              <a:buSzPts val="1610"/>
              <a:buChar char="◈"/>
            </a:pPr>
            <a:r>
              <a:rPr lang="en-US"/>
              <a:t>Support Vector Machine shows moderate precision (0.572581) but falls behind in recall and F1 score compared to Logistic Regression.</a:t>
            </a:r>
            <a:endParaRPr/>
          </a:p>
          <a:p>
            <a:pPr indent="-328225" lvl="0" marL="342900" rtl="0" algn="l">
              <a:spcBef>
                <a:spcPts val="0"/>
              </a:spcBef>
              <a:spcAft>
                <a:spcPts val="0"/>
              </a:spcAft>
              <a:buSzPts val="1610"/>
              <a:buChar char="◈"/>
            </a:pPr>
            <a:r>
              <a:rPr lang="en-US"/>
              <a:t>Logistic Regression stands out as the optimal choice for this task due to its superior balance of precision, recall, and F1 score.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6"/>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Sorts Mill Goudy"/>
              <a:buNone/>
            </a:pPr>
            <a:r>
              <a:rPr lang="en-US"/>
              <a:t>Conclusion</a:t>
            </a:r>
            <a:endParaRPr/>
          </a:p>
        </p:txBody>
      </p:sp>
      <p:sp>
        <p:nvSpPr>
          <p:cNvPr id="249" name="Google Shape;249;p16"/>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lnSpc>
                <a:spcPct val="110000"/>
              </a:lnSpc>
              <a:spcBef>
                <a:spcPts val="0"/>
              </a:spcBef>
              <a:spcAft>
                <a:spcPts val="0"/>
              </a:spcAft>
              <a:buSzPts val="1610"/>
              <a:buChar char="◈"/>
            </a:pPr>
            <a:r>
              <a:rPr lang="en-US"/>
              <a:t>In conclusion, </a:t>
            </a:r>
            <a:r>
              <a:rPr lang="en-US"/>
              <a:t>Logistic Regression is the most suitable model for this task, offering the best balance between precision, recall, and F1 score. It ensures reliable predictions and outperforms other models in terms of overall performance.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7"/>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Sorts Mill Goudy"/>
              <a:buNone/>
            </a:pPr>
            <a:r>
              <a:rPr lang="en-US"/>
              <a:t>Code Description</a:t>
            </a:r>
            <a:endParaRPr/>
          </a:p>
        </p:txBody>
      </p:sp>
      <p:sp>
        <p:nvSpPr>
          <p:cNvPr id="255" name="Google Shape;255;p17"/>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lnSpc>
                <a:spcPct val="110000"/>
              </a:lnSpc>
              <a:spcBef>
                <a:spcPts val="0"/>
              </a:spcBef>
              <a:spcAft>
                <a:spcPts val="0"/>
              </a:spcAft>
              <a:buSzPts val="1610"/>
              <a:buChar char="◈"/>
            </a:pPr>
            <a:r>
              <a:rPr lang="en-US"/>
              <a:t>EDA:</a:t>
            </a:r>
            <a:endParaRPr/>
          </a:p>
          <a:p>
            <a:pPr indent="-457200" lvl="0" marL="494099" rtl="0" algn="l">
              <a:lnSpc>
                <a:spcPct val="110000"/>
              </a:lnSpc>
              <a:spcBef>
                <a:spcPts val="1060"/>
              </a:spcBef>
              <a:spcAft>
                <a:spcPts val="0"/>
              </a:spcAft>
              <a:buSzPts val="1610"/>
              <a:buFont typeface="Sorts Mill Goudy"/>
              <a:buAutoNum type="arabicPeriod"/>
            </a:pPr>
            <a:r>
              <a:rPr lang="en-US"/>
              <a:t>Imported dataset and examined structure, identified and removed missing values and duplicates. Visualized distributions (pair plots, box plots) and relationships (correlation heatmap).Applied IQR method to detect and remove outliers.</a:t>
            </a:r>
            <a:endParaRPr/>
          </a:p>
          <a:p>
            <a:pPr indent="-306000" lvl="0" marL="342900" rtl="0" algn="l">
              <a:lnSpc>
                <a:spcPct val="110000"/>
              </a:lnSpc>
              <a:spcBef>
                <a:spcPts val="1060"/>
              </a:spcBef>
              <a:spcAft>
                <a:spcPts val="0"/>
              </a:spcAft>
              <a:buSzPts val="1610"/>
              <a:buChar char="◈"/>
            </a:pPr>
            <a:r>
              <a:rPr lang="en-US"/>
              <a:t>Data Partitioning: </a:t>
            </a:r>
            <a:endParaRPr/>
          </a:p>
          <a:p>
            <a:pPr indent="-457200" lvl="0" marL="494099" rtl="0" algn="l">
              <a:lnSpc>
                <a:spcPct val="110000"/>
              </a:lnSpc>
              <a:spcBef>
                <a:spcPts val="1060"/>
              </a:spcBef>
              <a:spcAft>
                <a:spcPts val="0"/>
              </a:spcAft>
              <a:buSzPts val="1610"/>
              <a:buFont typeface="Sorts Mill Goudy"/>
              <a:buAutoNum type="arabicPeriod"/>
            </a:pPr>
            <a:r>
              <a:rPr lang="en-US"/>
              <a:t>Split features (X) and target ('energy_production'), partitioned data (80% train, 20% test).Scaled features using StandardScaler.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8"/>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Sorts Mill Goudy"/>
              <a:buNone/>
            </a:pPr>
            <a:r>
              <a:rPr lang="en-US"/>
              <a:t>Code Description	</a:t>
            </a:r>
            <a:endParaRPr/>
          </a:p>
        </p:txBody>
      </p:sp>
      <p:sp>
        <p:nvSpPr>
          <p:cNvPr id="261" name="Google Shape;261;p18"/>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lnSpc>
                <a:spcPct val="110000"/>
              </a:lnSpc>
              <a:spcBef>
                <a:spcPts val="0"/>
              </a:spcBef>
              <a:spcAft>
                <a:spcPts val="0"/>
              </a:spcAft>
              <a:buSzPts val="1610"/>
              <a:buChar char="◈"/>
            </a:pPr>
            <a:r>
              <a:rPr lang="en-US"/>
              <a:t>Model Training and evaluation:</a:t>
            </a:r>
            <a:endParaRPr/>
          </a:p>
          <a:p>
            <a:pPr indent="-457200" lvl="0" marL="494099" rtl="0" algn="l">
              <a:lnSpc>
                <a:spcPct val="110000"/>
              </a:lnSpc>
              <a:spcBef>
                <a:spcPts val="1060"/>
              </a:spcBef>
              <a:spcAft>
                <a:spcPts val="0"/>
              </a:spcAft>
              <a:buSzPts val="1610"/>
              <a:buFont typeface="Sorts Mill Goudy"/>
              <a:buAutoNum type="arabicPeriod"/>
            </a:pPr>
            <a:r>
              <a:rPr lang="en-US"/>
              <a:t>Models Tested: Linear Regression, SVR, Random Forest, Lasso, Ridge, Decision Tree, XGBoost, LightGBM, Gradient Boosting, ElasticNet, KNN, CatBoost.</a:t>
            </a:r>
            <a:endParaRPr/>
          </a:p>
          <a:p>
            <a:pPr indent="-457200" lvl="0" marL="494099" rtl="0" algn="l">
              <a:lnSpc>
                <a:spcPct val="110000"/>
              </a:lnSpc>
              <a:spcBef>
                <a:spcPts val="1060"/>
              </a:spcBef>
              <a:spcAft>
                <a:spcPts val="0"/>
              </a:spcAft>
              <a:buSzPts val="1610"/>
              <a:buFont typeface="Sorts Mill Goudy"/>
              <a:buAutoNum type="arabicPeriod"/>
            </a:pPr>
            <a:r>
              <a:rPr lang="en-US"/>
              <a:t>Metrics: Evaluated models using Mean Squared Error (MSE), Mean Absolute Error (MAE), and R-squared (R²).</a:t>
            </a:r>
            <a:endParaRPr/>
          </a:p>
          <a:p>
            <a:pPr indent="-457200" lvl="0" marL="494099" rtl="0" algn="l">
              <a:lnSpc>
                <a:spcPct val="110000"/>
              </a:lnSpc>
              <a:spcBef>
                <a:spcPts val="1060"/>
              </a:spcBef>
              <a:spcAft>
                <a:spcPts val="0"/>
              </a:spcAft>
              <a:buSzPts val="1610"/>
              <a:buFont typeface="Sorts Mill Goudy"/>
              <a:buAutoNum type="arabicPeriod"/>
            </a:pPr>
            <a:r>
              <a:rPr lang="en-US"/>
              <a:t>Results: Compiled metrics into a DataFrame for performance comparison, identifying best and worst models.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9"/>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lt2"/>
              </a:buClr>
              <a:buSzPct val="100000"/>
              <a:buFont typeface="Sorts Mill Goudy"/>
              <a:buNone/>
            </a:pPr>
            <a:r>
              <a:rPr lang="en-US"/>
              <a:t>Attorney Involvement Prediction Model Deployment</a:t>
            </a:r>
            <a:endParaRPr/>
          </a:p>
        </p:txBody>
      </p:sp>
      <p:sp>
        <p:nvSpPr>
          <p:cNvPr id="267" name="Google Shape;267;p19"/>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lnSpcReduction="20000"/>
          </a:bodyPr>
          <a:lstStyle/>
          <a:p>
            <a:pPr indent="-328225" lvl="0" marL="342900" rtl="0" algn="l">
              <a:spcBef>
                <a:spcPts val="0"/>
              </a:spcBef>
              <a:spcAft>
                <a:spcPts val="0"/>
              </a:spcAft>
              <a:buSzPts val="1610"/>
              <a:buChar char="◈"/>
            </a:pPr>
            <a:r>
              <a:rPr lang="en-US"/>
              <a:t>Objective: Deploy a user-friendly app for predicting attorney involvement in claims based on claim characteristics.</a:t>
            </a:r>
            <a:endParaRPr/>
          </a:p>
          <a:p>
            <a:pPr indent="-328225" lvl="0" marL="342900" rtl="0" algn="l">
              <a:spcBef>
                <a:spcPts val="0"/>
              </a:spcBef>
              <a:spcAft>
                <a:spcPts val="0"/>
              </a:spcAft>
              <a:buSzPts val="1610"/>
              <a:buChar char="◈"/>
            </a:pPr>
            <a:r>
              <a:rPr lang="en-US"/>
              <a:t>Platform: Streamlit, chosen for its simplicity in building interactive and efficient web applications with minimal coding effort.</a:t>
            </a:r>
            <a:endParaRPr/>
          </a:p>
          <a:p>
            <a:pPr indent="-328225" lvl="0" marL="342900" rtl="0" algn="l">
              <a:spcBef>
                <a:spcPts val="0"/>
              </a:spcBef>
              <a:spcAft>
                <a:spcPts val="0"/>
              </a:spcAft>
              <a:buSzPts val="1610"/>
              <a:buChar char="◈"/>
            </a:pPr>
            <a:r>
              <a:rPr lang="en-US"/>
              <a:t>Deployment Model: The app integrates a pre-trained Logistic Regression model (logistic_model.pkl) to generate real-time predictions of attorney involvement. Users input parameters such as claim amount, injury severity, location, and claimant demographics, with pre-defined ranges to ensure valid entries. Upon clicking the prediction button, the model processes the inputs and returns a result indicating the likelihood of attorney involvement, formatted as a percentage.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0"/>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lt2"/>
              </a:buClr>
              <a:buSzPct val="100000"/>
              <a:buFont typeface="Sorts Mill Goudy"/>
              <a:buNone/>
            </a:pPr>
            <a:r>
              <a:rPr lang="en-US"/>
              <a:t>Attorney Involvement Prediction Model Deployment</a:t>
            </a:r>
            <a:endParaRPr/>
          </a:p>
        </p:txBody>
      </p:sp>
      <p:sp>
        <p:nvSpPr>
          <p:cNvPr id="273" name="Google Shape;273;p20"/>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lnSpc>
                <a:spcPct val="110000"/>
              </a:lnSpc>
              <a:spcBef>
                <a:spcPts val="0"/>
              </a:spcBef>
              <a:spcAft>
                <a:spcPts val="0"/>
              </a:spcAft>
              <a:buSzPts val="1610"/>
              <a:buChar char="◈"/>
            </a:pPr>
            <a:r>
              <a:rPr lang="en-US"/>
              <a:t>User Experience: </a:t>
            </a:r>
            <a:r>
              <a:rPr lang="en-US"/>
              <a:t> Streamlit’s intuitive design allows for a responsive interface where users can seamlessly enter data and obtain predictions. The app includes robust error-handling mechanisms to ensure smooth operation. A sidebar provides a brief description of the app's purpose and usage, enhancing the overall user experience with clarity and functionality.</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1"/>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Sorts Mill Goudy"/>
              <a:buNone/>
            </a:pPr>
            <a:r>
              <a:rPr lang="en-US"/>
              <a:t>Post – Deployment:</a:t>
            </a:r>
            <a:endParaRPr/>
          </a:p>
        </p:txBody>
      </p:sp>
      <p:pic>
        <p:nvPicPr>
          <p:cNvPr id="279" name="Google Shape;279;p21"/>
          <p:cNvPicPr preferRelativeResize="0"/>
          <p:nvPr/>
        </p:nvPicPr>
        <p:blipFill>
          <a:blip r:embed="rId3">
            <a:alphaModFix/>
          </a:blip>
          <a:stretch>
            <a:fillRect/>
          </a:stretch>
        </p:blipFill>
        <p:spPr>
          <a:xfrm>
            <a:off x="6336450" y="1866899"/>
            <a:ext cx="5753852" cy="4358550"/>
          </a:xfrm>
          <a:prstGeom prst="rect">
            <a:avLst/>
          </a:prstGeom>
          <a:noFill/>
          <a:ln>
            <a:noFill/>
          </a:ln>
        </p:spPr>
      </p:pic>
      <p:pic>
        <p:nvPicPr>
          <p:cNvPr id="280" name="Google Shape;280;p21"/>
          <p:cNvPicPr preferRelativeResize="0"/>
          <p:nvPr/>
        </p:nvPicPr>
        <p:blipFill>
          <a:blip r:embed="rId4">
            <a:alphaModFix/>
          </a:blip>
          <a:stretch>
            <a:fillRect/>
          </a:stretch>
        </p:blipFill>
        <p:spPr>
          <a:xfrm>
            <a:off x="145450" y="1866900"/>
            <a:ext cx="5753852" cy="43585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VTI">
  <a:themeElements>
    <a:clrScheme name="Custom 42">
      <a:dk1>
        <a:srgbClr val="000000"/>
      </a:dk1>
      <a:lt1>
        <a:srgbClr val="FFFFFF"/>
      </a:lt1>
      <a:dk2>
        <a:srgbClr val="454551"/>
      </a:dk2>
      <a:lt2>
        <a:srgbClr val="E3E3E5"/>
      </a:lt2>
      <a:accent1>
        <a:srgbClr val="FE09E3"/>
      </a:accent1>
      <a:accent2>
        <a:srgbClr val="00ACF5"/>
      </a:accent2>
      <a:accent3>
        <a:srgbClr val="55CB72"/>
      </a:accent3>
      <a:accent4>
        <a:srgbClr val="EFC926"/>
      </a:accent4>
      <a:accent5>
        <a:srgbClr val="969696"/>
      </a:accent5>
      <a:accent6>
        <a:srgbClr val="D54773"/>
      </a:accent6>
      <a:hlink>
        <a:srgbClr val="6B9F25"/>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lateVTI">
  <a:themeElements>
    <a:clrScheme name="Custom 35">
      <a:dk1>
        <a:srgbClr val="000000"/>
      </a:dk1>
      <a:lt1>
        <a:srgbClr val="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2024-10-29T13:20:38Z</dcterms:created>
  <dc:creator>Anshul Gundala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